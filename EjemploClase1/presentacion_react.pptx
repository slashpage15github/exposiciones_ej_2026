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esentación sobre React" id="{D174587A-C3A8-42F9-A9A4-FC7F46A62FF1}">
          <p14:sldIdLst>
            <p14:sldId id="2561"/>
          </p14:sldIdLst>
        </p14:section>
        <p14:section name="Fundamentos de React" id="{97D661EF-787A-4BF2-B8C1-AA657FB8A139}">
          <p14:sldIdLst>
            <p14:sldId id="2562"/>
            <p14:sldId id="2563"/>
          </p14:sldIdLst>
        </p14:section>
        <p14:section name="Propósito y utilidad de React" id="{AABCB806-1C1D-42C6-88C4-DD71A759FA75}">
          <p14:sldIdLst>
            <p14:sldId id="2564"/>
            <p14:sldId id="2565"/>
          </p14:sldIdLst>
        </p14:section>
        <p14:section name="Cómo usar React en proyectos modernos" id="{D57638A6-F313-4E9E-BBC3-4DEC78C26549}">
          <p14:sldIdLst>
            <p14:sldId id="2566"/>
            <p14:sldId id="2567"/>
          </p14:sldIdLst>
        </p14:section>
        <p14:section name="Conceptos esenciales en React" id="{3EF56B4C-0541-45CF-8F62-9E2A9C66F28B}">
          <p14:sldIdLst>
            <p14:sldId id="2568"/>
            <p14:sldId id="2569"/>
          </p14:sldIdLst>
        </p14:section>
        <p14:section name="Ejemplo práctico de React" id="{F85C4341-892C-49BF-829B-2FF645CE902B}">
          <p14:sldIdLst>
            <p14:sldId id="2570"/>
            <p14:sldId id="257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A90ECF-13A3-24B4-A721-FC05A59D6FA7}" v="14" dt="2026-02-16T01:11:19.1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84" autoAdjust="0"/>
    <p:restoredTop sz="94658"/>
  </p:normalViewPr>
  <p:slideViewPr>
    <p:cSldViewPr>
      <p:cViewPr varScale="1">
        <p:scale>
          <a:sx n="120" d="100"/>
          <a:sy n="120" d="100"/>
        </p:scale>
        <p:origin x="840" y="184"/>
      </p:cViewPr>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FA90ECF-13A3-24B4-A721-FC05A59D6FA7}"/>
    <pc:docChg chg="addSld delSld modSld addSection">
      <pc:chgData name="" userId="" providerId="" clId="Web-{9FA90ECF-13A3-24B4-A721-FC05A59D6FA7}" dt="2026-02-16T01:11:19.156" v="14" actId="34807"/>
      <pc:docMkLst>
        <pc:docMk/>
      </pc:docMkLst>
      <pc:sldChg chg="del">
        <pc:chgData name="" userId="" providerId="" clId="Web-{9FA90ECF-13A3-24B4-A721-FC05A59D6FA7}" dt="2026-02-16T01:11:19.109" v="0" actId="34807"/>
        <pc:sldMkLst>
          <pc:docMk/>
          <pc:sldMk cId="2701253080" sldId="256"/>
        </pc:sldMkLst>
      </pc:sldChg>
      <pc:sldChg chg="modSp add mod modClrScheme addAnim chgLayout">
        <pc:chgData name="" userId="" providerId="" clId="Web-{9FA90ECF-13A3-24B4-A721-FC05A59D6FA7}" dt="2026-02-16T01:11:19.156" v="4" actId="34807"/>
        <pc:sldMkLst>
          <pc:docMk/>
          <pc:sldMk cId="646887398" sldId="2561"/>
        </pc:sldMkLst>
        <pc:spChg chg="mod">
          <ac:chgData name="" userId="" providerId="" clId="Web-{9FA90ECF-13A3-24B4-A721-FC05A59D6FA7}" dt="2026-02-16T01:11:19.156" v="1" actId="34807"/>
          <ac:spMkLst>
            <pc:docMk/>
            <pc:sldMk cId="646887398" sldId="2561"/>
            <ac:spMk id="2" creationId="{88E93170-F30B-9EFD-7E09-2D6535990969}"/>
          </ac:spMkLst>
        </pc:spChg>
        <pc:spChg chg="mod">
          <ac:chgData name="" userId="" providerId="" clId="Web-{9FA90ECF-13A3-24B4-A721-FC05A59D6FA7}" dt="2026-02-16T01:11:19.156" v="1" actId="34807"/>
          <ac:spMkLst>
            <pc:docMk/>
            <pc:sldMk cId="646887398" sldId="2561"/>
            <ac:spMk id="3" creationId="{B1B850EB-8C22-DFE2-E5FF-7827EC61B449}"/>
          </ac:spMkLst>
        </pc:spChg>
        <pc:picChg chg="mod">
          <ac:chgData name="" userId="" providerId="" clId="Web-{9FA90ECF-13A3-24B4-A721-FC05A59D6FA7}" dt="2026-02-16T01:11:19.156" v="1" actId="34807"/>
          <ac:picMkLst>
            <pc:docMk/>
            <pc:sldMk cId="646887398" sldId="2561"/>
            <ac:picMk id="4" creationId="{42B4DEAE-EA71-4949-945B-EA0769F81D39}"/>
          </ac:picMkLst>
        </pc:picChg>
      </pc:sldChg>
      <pc:sldChg chg="modSp add mod modTransition addAnim chgLayout">
        <pc:chgData name="" userId="" providerId="" clId="Web-{9FA90ECF-13A3-24B4-A721-FC05A59D6FA7}" dt="2026-02-16T01:11:19.156" v="5" actId="34807"/>
        <pc:sldMkLst>
          <pc:docMk/>
          <pc:sldMk cId="3918544874" sldId="2562"/>
        </pc:sldMkLst>
        <pc:spChg chg="mod">
          <ac:chgData name="" userId="" providerId="" clId="Web-{9FA90ECF-13A3-24B4-A721-FC05A59D6FA7}" dt="2026-02-16T01:11:19.156" v="1" actId="34807"/>
          <ac:spMkLst>
            <pc:docMk/>
            <pc:sldMk cId="3918544874" sldId="2562"/>
            <ac:spMk id="2" creationId="{F0BDCB22-C85D-1137-C7B9-7F88D14786EF}"/>
          </ac:spMkLst>
        </pc:spChg>
      </pc:sldChg>
      <pc:sldChg chg="modSp add mod modTransition modClrScheme addAnim chgLayout">
        <pc:chgData name="" userId="" providerId="" clId="Web-{9FA90ECF-13A3-24B4-A721-FC05A59D6FA7}" dt="2026-02-16T01:11:19.156" v="6" actId="34807"/>
        <pc:sldMkLst>
          <pc:docMk/>
          <pc:sldMk cId="402224049" sldId="2563"/>
        </pc:sldMkLst>
        <pc:spChg chg="mod">
          <ac:chgData name="" userId="" providerId="" clId="Web-{9FA90ECF-13A3-24B4-A721-FC05A59D6FA7}" dt="2026-02-16T01:11:19.156" v="1" actId="34807"/>
          <ac:spMkLst>
            <pc:docMk/>
            <pc:sldMk cId="402224049" sldId="2563"/>
            <ac:spMk id="2" creationId="{3C4E735F-1951-B398-9636-FED90F557294}"/>
          </ac:spMkLst>
        </pc:spChg>
        <pc:spChg chg="mod">
          <ac:chgData name="" userId="" providerId="" clId="Web-{9FA90ECF-13A3-24B4-A721-FC05A59D6FA7}" dt="2026-02-16T01:11:19.156" v="1" actId="34807"/>
          <ac:spMkLst>
            <pc:docMk/>
            <pc:sldMk cId="402224049" sldId="2563"/>
            <ac:spMk id="4" creationId="{30D75FFC-DED3-EBB0-3B2A-EBFC5C2E6920}"/>
          </ac:spMkLst>
        </pc:spChg>
        <pc:picChg chg="mod">
          <ac:chgData name="" userId="" providerId="" clId="Web-{9FA90ECF-13A3-24B4-A721-FC05A59D6FA7}" dt="2026-02-16T01:11:19.156" v="1" actId="34807"/>
          <ac:picMkLst>
            <pc:docMk/>
            <pc:sldMk cId="402224049" sldId="2563"/>
            <ac:picMk id="5" creationId="{210E956C-CA07-42F6-A946-226F514AB4CB}"/>
          </ac:picMkLst>
        </pc:picChg>
      </pc:sldChg>
      <pc:sldChg chg="modSp add mod modTransition addAnim chgLayout">
        <pc:chgData name="" userId="" providerId="" clId="Web-{9FA90ECF-13A3-24B4-A721-FC05A59D6FA7}" dt="2026-02-16T01:11:19.156" v="7" actId="34807"/>
        <pc:sldMkLst>
          <pc:docMk/>
          <pc:sldMk cId="1096080766" sldId="2564"/>
        </pc:sldMkLst>
        <pc:spChg chg="mod">
          <ac:chgData name="" userId="" providerId="" clId="Web-{9FA90ECF-13A3-24B4-A721-FC05A59D6FA7}" dt="2026-02-16T01:11:19.156" v="1" actId="34807"/>
          <ac:spMkLst>
            <pc:docMk/>
            <pc:sldMk cId="1096080766" sldId="2564"/>
            <ac:spMk id="2" creationId="{8DAA1CD8-5BBD-0B0E-ED4A-1C7E65E23E3E}"/>
          </ac:spMkLst>
        </pc:spChg>
      </pc:sldChg>
      <pc:sldChg chg="modSp add mod modTransition modClrScheme addAnim chgLayout">
        <pc:chgData name="" userId="" providerId="" clId="Web-{9FA90ECF-13A3-24B4-A721-FC05A59D6FA7}" dt="2026-02-16T01:11:19.156" v="8" actId="34807"/>
        <pc:sldMkLst>
          <pc:docMk/>
          <pc:sldMk cId="1876233842" sldId="2565"/>
        </pc:sldMkLst>
        <pc:spChg chg="mod">
          <ac:chgData name="" userId="" providerId="" clId="Web-{9FA90ECF-13A3-24B4-A721-FC05A59D6FA7}" dt="2026-02-16T01:11:19.156" v="1" actId="34807"/>
          <ac:spMkLst>
            <pc:docMk/>
            <pc:sldMk cId="1876233842" sldId="2565"/>
            <ac:spMk id="2" creationId="{05E9930F-18D7-2D4C-29A3-21F618CF980D}"/>
          </ac:spMkLst>
        </pc:spChg>
        <pc:spChg chg="mod">
          <ac:chgData name="" userId="" providerId="" clId="Web-{9FA90ECF-13A3-24B4-A721-FC05A59D6FA7}" dt="2026-02-16T01:11:19.156" v="1" actId="34807"/>
          <ac:spMkLst>
            <pc:docMk/>
            <pc:sldMk cId="1876233842" sldId="2565"/>
            <ac:spMk id="4" creationId="{E6E1178E-831A-DF63-D4A6-CD25FAAE9035}"/>
          </ac:spMkLst>
        </pc:spChg>
        <pc:picChg chg="mod ord">
          <ac:chgData name="" userId="" providerId="" clId="Web-{9FA90ECF-13A3-24B4-A721-FC05A59D6FA7}" dt="2026-02-16T01:11:19.156" v="1" actId="34807"/>
          <ac:picMkLst>
            <pc:docMk/>
            <pc:sldMk cId="1876233842" sldId="2565"/>
            <ac:picMk id="5" creationId="{0B60C45B-3DD1-4A9D-80FB-A73976ABD017}"/>
          </ac:picMkLst>
        </pc:picChg>
      </pc:sldChg>
      <pc:sldChg chg="modSp add mod modTransition addAnim chgLayout">
        <pc:chgData name="" userId="" providerId="" clId="Web-{9FA90ECF-13A3-24B4-A721-FC05A59D6FA7}" dt="2026-02-16T01:11:19.156" v="9" actId="34807"/>
        <pc:sldMkLst>
          <pc:docMk/>
          <pc:sldMk cId="3872494991" sldId="2566"/>
        </pc:sldMkLst>
        <pc:spChg chg="mod">
          <ac:chgData name="" userId="" providerId="" clId="Web-{9FA90ECF-13A3-24B4-A721-FC05A59D6FA7}" dt="2026-02-16T01:11:19.156" v="1" actId="34807"/>
          <ac:spMkLst>
            <pc:docMk/>
            <pc:sldMk cId="3872494991" sldId="2566"/>
            <ac:spMk id="2" creationId="{8FEA4998-DD16-C9A2-FAAE-A7842643C745}"/>
          </ac:spMkLst>
        </pc:spChg>
      </pc:sldChg>
      <pc:sldChg chg="modSp add mod modTransition modClrScheme addAnim chgLayout">
        <pc:chgData name="" userId="" providerId="" clId="Web-{9FA90ECF-13A3-24B4-A721-FC05A59D6FA7}" dt="2026-02-16T01:11:19.156" v="10" actId="34807"/>
        <pc:sldMkLst>
          <pc:docMk/>
          <pc:sldMk cId="1408491957" sldId="2567"/>
        </pc:sldMkLst>
        <pc:spChg chg="mod">
          <ac:chgData name="" userId="" providerId="" clId="Web-{9FA90ECF-13A3-24B4-A721-FC05A59D6FA7}" dt="2026-02-16T01:11:19.156" v="1" actId="34807"/>
          <ac:spMkLst>
            <pc:docMk/>
            <pc:sldMk cId="1408491957" sldId="2567"/>
            <ac:spMk id="2" creationId="{9A02B960-A08D-BFB9-184D-F4B149576D5D}"/>
          </ac:spMkLst>
        </pc:spChg>
        <pc:spChg chg="mod">
          <ac:chgData name="" userId="" providerId="" clId="Web-{9FA90ECF-13A3-24B4-A721-FC05A59D6FA7}" dt="2026-02-16T01:11:19.156" v="1" actId="34807"/>
          <ac:spMkLst>
            <pc:docMk/>
            <pc:sldMk cId="1408491957" sldId="2567"/>
            <ac:spMk id="4" creationId="{D00264B8-4125-4AD9-221F-256FD7D1514B}"/>
          </ac:spMkLst>
        </pc:spChg>
        <pc:picChg chg="mod">
          <ac:chgData name="" userId="" providerId="" clId="Web-{9FA90ECF-13A3-24B4-A721-FC05A59D6FA7}" dt="2026-02-16T01:11:19.156" v="1" actId="34807"/>
          <ac:picMkLst>
            <pc:docMk/>
            <pc:sldMk cId="1408491957" sldId="2567"/>
            <ac:picMk id="5" creationId="{D19CD38A-F178-4AF9-A57A-4D4D2FF073E7}"/>
          </ac:picMkLst>
        </pc:picChg>
      </pc:sldChg>
      <pc:sldChg chg="modSp add mod modTransition addAnim chgLayout">
        <pc:chgData name="" userId="" providerId="" clId="Web-{9FA90ECF-13A3-24B4-A721-FC05A59D6FA7}" dt="2026-02-16T01:11:19.156" v="11" actId="34807"/>
        <pc:sldMkLst>
          <pc:docMk/>
          <pc:sldMk cId="2133595539" sldId="2568"/>
        </pc:sldMkLst>
        <pc:spChg chg="mod">
          <ac:chgData name="" userId="" providerId="" clId="Web-{9FA90ECF-13A3-24B4-A721-FC05A59D6FA7}" dt="2026-02-16T01:11:19.156" v="1" actId="34807"/>
          <ac:spMkLst>
            <pc:docMk/>
            <pc:sldMk cId="2133595539" sldId="2568"/>
            <ac:spMk id="2" creationId="{7BC149D7-8A77-ACA3-6A82-B99FB8453A0F}"/>
          </ac:spMkLst>
        </pc:spChg>
      </pc:sldChg>
      <pc:sldChg chg="modSp add mod modTransition modClrScheme addAnim chgLayout">
        <pc:chgData name="" userId="" providerId="" clId="Web-{9FA90ECF-13A3-24B4-A721-FC05A59D6FA7}" dt="2026-02-16T01:11:19.156" v="12" actId="34807"/>
        <pc:sldMkLst>
          <pc:docMk/>
          <pc:sldMk cId="2282778953" sldId="2569"/>
        </pc:sldMkLst>
        <pc:spChg chg="mod">
          <ac:chgData name="" userId="" providerId="" clId="Web-{9FA90ECF-13A3-24B4-A721-FC05A59D6FA7}" dt="2026-02-16T01:11:19.156" v="1" actId="34807"/>
          <ac:spMkLst>
            <pc:docMk/>
            <pc:sldMk cId="2282778953" sldId="2569"/>
            <ac:spMk id="2" creationId="{8AA32790-459A-67D2-423A-14CE85243E4F}"/>
          </ac:spMkLst>
        </pc:spChg>
        <pc:spChg chg="mod">
          <ac:chgData name="" userId="" providerId="" clId="Web-{9FA90ECF-13A3-24B4-A721-FC05A59D6FA7}" dt="2026-02-16T01:11:19.156" v="1" actId="34807"/>
          <ac:spMkLst>
            <pc:docMk/>
            <pc:sldMk cId="2282778953" sldId="2569"/>
            <ac:spMk id="4" creationId="{4B0BB873-DBC3-DF19-21BE-2A597E002F1C}"/>
          </ac:spMkLst>
        </pc:spChg>
        <pc:picChg chg="mod">
          <ac:chgData name="" userId="" providerId="" clId="Web-{9FA90ECF-13A3-24B4-A721-FC05A59D6FA7}" dt="2026-02-16T01:11:19.156" v="1" actId="34807"/>
          <ac:picMkLst>
            <pc:docMk/>
            <pc:sldMk cId="2282778953" sldId="2569"/>
            <ac:picMk id="5" creationId="{F63B98EC-352F-47FB-9188-B1E41A17D923}"/>
          </ac:picMkLst>
        </pc:picChg>
      </pc:sldChg>
      <pc:sldChg chg="modSp add mod modTransition addAnim chgLayout">
        <pc:chgData name="" userId="" providerId="" clId="Web-{9FA90ECF-13A3-24B4-A721-FC05A59D6FA7}" dt="2026-02-16T01:11:19.156" v="13" actId="34807"/>
        <pc:sldMkLst>
          <pc:docMk/>
          <pc:sldMk cId="1946755333" sldId="2570"/>
        </pc:sldMkLst>
        <pc:spChg chg="mod">
          <ac:chgData name="" userId="" providerId="" clId="Web-{9FA90ECF-13A3-24B4-A721-FC05A59D6FA7}" dt="2026-02-16T01:11:19.156" v="1" actId="34807"/>
          <ac:spMkLst>
            <pc:docMk/>
            <pc:sldMk cId="1946755333" sldId="2570"/>
            <ac:spMk id="2" creationId="{5BF2A05D-3CEB-1E1E-1448-BD89FCB827EC}"/>
          </ac:spMkLst>
        </pc:spChg>
      </pc:sldChg>
      <pc:sldChg chg="modSp add mod modTransition modClrScheme addAnim chgLayout">
        <pc:chgData name="" userId="" providerId="" clId="Web-{9FA90ECF-13A3-24B4-A721-FC05A59D6FA7}" dt="2026-02-16T01:11:19.156" v="14" actId="34807"/>
        <pc:sldMkLst>
          <pc:docMk/>
          <pc:sldMk cId="2962419864" sldId="2571"/>
        </pc:sldMkLst>
        <pc:spChg chg="mod">
          <ac:chgData name="" userId="" providerId="" clId="Web-{9FA90ECF-13A3-24B4-A721-FC05A59D6FA7}" dt="2026-02-16T01:11:19.156" v="1" actId="34807"/>
          <ac:spMkLst>
            <pc:docMk/>
            <pc:sldMk cId="2962419864" sldId="2571"/>
            <ac:spMk id="2" creationId="{8F2619C4-D4BC-21B9-E0D3-40308BDA5403}"/>
          </ac:spMkLst>
        </pc:spChg>
        <pc:spChg chg="mod">
          <ac:chgData name="" userId="" providerId="" clId="Web-{9FA90ECF-13A3-24B4-A721-FC05A59D6FA7}" dt="2026-02-16T01:11:19.156" v="1" actId="34807"/>
          <ac:spMkLst>
            <pc:docMk/>
            <pc:sldMk cId="2962419864" sldId="2571"/>
            <ac:spMk id="4" creationId="{189CC1B8-201D-5E69-1D1F-22CBB2451562}"/>
          </ac:spMkLst>
        </pc:spChg>
        <pc:picChg chg="mod">
          <ac:chgData name="" userId="" providerId="" clId="Web-{9FA90ECF-13A3-24B4-A721-FC05A59D6FA7}" dt="2026-02-16T01:11:19.156" v="1" actId="34807"/>
          <ac:picMkLst>
            <pc:docMk/>
            <pc:sldMk cId="2962419864" sldId="2571"/>
            <ac:picMk id="5" creationId="{94D5C0AF-2C35-4104-88A5-542F3313328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951ECD-0515-4CBB-9095-6C04BBDC1E83}" type="datetimeFigureOut">
              <a:t>15/02/26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0D7942-9B4D-430D-8DB6-C1A00E14F15A}" type="slidenum">
              <a:t>‹#›</a:t>
            </a:fld>
            <a:endParaRPr lang="en-US"/>
          </a:p>
        </p:txBody>
      </p:sp>
    </p:spTree>
    <p:extLst>
      <p:ext uri="{BB962C8B-B14F-4D97-AF65-F5344CB8AC3E}">
        <p14:creationId xmlns:p14="http://schemas.microsoft.com/office/powerpoint/2010/main" val="3356635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El contenido generado por IA puede ser incorrecto.
---
</a:t>
            </a:r>
          </a:p>
        </p:txBody>
      </p:sp>
      <p:sp>
        <p:nvSpPr>
          <p:cNvPr id="4" name="Slide Number Placeholder 3"/>
          <p:cNvSpPr>
            <a:spLocks noGrp="1"/>
          </p:cNvSpPr>
          <p:nvPr>
            <p:ph type="sldNum" sz="quarter" idx="5"/>
          </p:nvPr>
        </p:nvSpPr>
        <p:spPr/>
        <p:txBody>
          <a:bodyPr/>
          <a:lstStyle/>
          <a:p>
            <a:fld id="{A6C56023-6FA9-469F-A51E-2C40E709A149}" type="slidenum">
              <a:t>1</a:t>
            </a:fld>
            <a:endParaRPr lang="en-US"/>
          </a:p>
        </p:txBody>
      </p:sp>
    </p:spTree>
    <p:extLst>
      <p:ext uri="{BB962C8B-B14F-4D97-AF65-F5344CB8AC3E}">
        <p14:creationId xmlns:p14="http://schemas.microsoft.com/office/powerpoint/2010/main" val="34283511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React: Introducción</a:t>
            </a:r>
          </a:p>
        </p:txBody>
      </p:sp>
      <p:sp>
        <p:nvSpPr>
          <p:cNvPr id="4" name="Slide Number Placeholder 3"/>
          <p:cNvSpPr>
            <a:spLocks noGrp="1"/>
          </p:cNvSpPr>
          <p:nvPr>
            <p:ph type="sldNum" sz="quarter" idx="5"/>
          </p:nvPr>
        </p:nvSpPr>
        <p:spPr/>
        <p:txBody>
          <a:bodyPr/>
          <a:lstStyle/>
          <a:p>
            <a:fld id="{A6C56023-6FA9-469F-A51E-2C40E709A149}" type="slidenum">
              <a:t>2</a:t>
            </a:fld>
            <a:endParaRPr lang="en-US"/>
          </a:p>
        </p:txBody>
      </p:sp>
    </p:spTree>
    <p:extLst>
      <p:ext uri="{BB962C8B-B14F-4D97-AF65-F5344CB8AC3E}">
        <p14:creationId xmlns:p14="http://schemas.microsoft.com/office/powerpoint/2010/main" val="2308934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React es una biblioteca de JavaScript desarrollada inicialmente por Facebook con el objetivo de facilitar la creación de interfaces de usuario altamente interactivas de una manera modular y eficiente. Su popularidad se debe en gran medida a su enfoque declarativo, lo que permite a los desarrolladores describir cómo debería verse la interfaz en función del estado de la aplicación, dejando que React se encargue de actualizar el DOM de manera óptima. Además, React introduce el concepto de componentes, piezas independientes y reutilizables que encapsulan lógica, estructura y estilos, facilitando la organización del código y promoviendo buenas prácticas de mantenimiento. A diferencia de otros enfoques tradicionales, React utiliza el Virtual DOM, una representación ligera del DOM real que detecta cambios y ejecuta actualizaciones mínimas y precisas, mejorando el rendimiento en aplicaciones complejas. Su ecosistema amplio, que incluye herramientas como Create React App, bibliotecas de enrutamiento y soluciones para manejo de estado como Redux o Context API, también ha contribuido a su adopción masiva. Empresas de gran escala como Meta, Netflix, Airbnb y Uber utilizan React para gestionar aplicaciones que requieren una experiencia de usuario fluida y adaptable. También permite combinar JavaScript con JSX, una sintaxis similar a HTML que facilita construir vistas de manera más intuitiva y estructurada. Gracias a estas características, React se ha convertido en uno de los pilares principales del desarrollo web moderno y una habilidad esencial para desarrolladores front‑end que desean construir aplicaciones escalables y eficientes, fomentando un enfoque basado en componentes, actualizaciones eficientes y una arquitectura clara.</a:t>
            </a:r>
          </a:p>
        </p:txBody>
      </p:sp>
      <p:sp>
        <p:nvSpPr>
          <p:cNvPr id="4" name="Slide Number Placeholder 3"/>
          <p:cNvSpPr>
            <a:spLocks noGrp="1"/>
          </p:cNvSpPr>
          <p:nvPr>
            <p:ph type="sldNum" sz="quarter" idx="5"/>
          </p:nvPr>
        </p:nvSpPr>
        <p:spPr/>
        <p:txBody>
          <a:bodyPr/>
          <a:lstStyle/>
          <a:p>
            <a:fld id="{A6C56023-6FA9-469F-A51E-2C40E709A149}" type="slidenum">
              <a:t>3</a:t>
            </a:fld>
            <a:endParaRPr lang="en-US"/>
          </a:p>
        </p:txBody>
      </p:sp>
    </p:spTree>
    <p:extLst>
      <p:ext uri="{BB962C8B-B14F-4D97-AF65-F5344CB8AC3E}">
        <p14:creationId xmlns:p14="http://schemas.microsoft.com/office/powerpoint/2010/main" val="99882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¿Para qué sirve React?</a:t>
            </a:r>
          </a:p>
        </p:txBody>
      </p:sp>
      <p:sp>
        <p:nvSpPr>
          <p:cNvPr id="4" name="Slide Number Placeholder 3"/>
          <p:cNvSpPr>
            <a:spLocks noGrp="1"/>
          </p:cNvSpPr>
          <p:nvPr>
            <p:ph type="sldNum" sz="quarter" idx="5"/>
          </p:nvPr>
        </p:nvSpPr>
        <p:spPr/>
        <p:txBody>
          <a:bodyPr/>
          <a:lstStyle/>
          <a:p>
            <a:fld id="{A6C56023-6FA9-469F-A51E-2C40E709A149}" type="slidenum">
              <a:t>4</a:t>
            </a:fld>
            <a:endParaRPr lang="en-US"/>
          </a:p>
        </p:txBody>
      </p:sp>
    </p:spTree>
    <p:extLst>
      <p:ext uri="{BB962C8B-B14F-4D97-AF65-F5344CB8AC3E}">
        <p14:creationId xmlns:p14="http://schemas.microsoft.com/office/powerpoint/2010/main" val="4293312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React sirve como una herramienta poderosa para construir interfaces de usuario dinámicas y altamente responsivas, orientadas principalmente al desarrollo web moderno. Una de sus principales funciones es facilitar la creación de aplicaciones de página única (SPA), donde el contenido cambia sin necesidad de recargar completamente la página, ofreciendo una experiencia fluida similar a la de una aplicación nativa. Esto se logra gracias a su arquitectura basada en componentes, que permite dividir una interfaz compleja en piezas más pequeñas, reutilizables y fáciles de mantener. Además, React ayuda a manejar de manera eficiente el estado de la aplicación, especialmente cuando se utilizan herramientas adicionales como Context API, Redux o Zustand, lo que permite que los datos fluyan de manera predecible y organizada. También simplifica la manipulación del DOM mediante el uso del Virtual DOM, reduciendo el costo computacional de actualizaciones e incrementando el rendimiento. React es ampliamente utilizado para construir paneles administrativos, sistemas de comercio electrónico, redes sociales y aplicaciones de productividad debido a su robustez y flexibilidad. Gracias a su enfoque declarativo, los desarrolladores pueden concentrarse en el “qué” de la interfaz en lugar del “cómo” hacerlo, acelerando así el proceso de desarrollo. Además, la comunidad activa y extensa documentación facilitan el aprendizaje continuo. Por último, React se integra con una amplia variedad de herramientas y frameworks, como Next.js, lo que amplía aún más sus capacidades para la creación de aplicaciones optimizadas, escalables y con renderizado del lado del servidor.</a:t>
            </a:r>
          </a:p>
        </p:txBody>
      </p:sp>
      <p:sp>
        <p:nvSpPr>
          <p:cNvPr id="4" name="Slide Number Placeholder 3"/>
          <p:cNvSpPr>
            <a:spLocks noGrp="1"/>
          </p:cNvSpPr>
          <p:nvPr>
            <p:ph type="sldNum" sz="quarter" idx="5"/>
          </p:nvPr>
        </p:nvSpPr>
        <p:spPr/>
        <p:txBody>
          <a:bodyPr/>
          <a:lstStyle/>
          <a:p>
            <a:fld id="{A6C56023-6FA9-469F-A51E-2C40E709A149}" type="slidenum">
              <a:t>5</a:t>
            </a:fld>
            <a:endParaRPr lang="en-US"/>
          </a:p>
        </p:txBody>
      </p:sp>
    </p:spTree>
    <p:extLst>
      <p:ext uri="{BB962C8B-B14F-4D97-AF65-F5344CB8AC3E}">
        <p14:creationId xmlns:p14="http://schemas.microsoft.com/office/powerpoint/2010/main" val="11185681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¿Cómo se usa React?</a:t>
            </a:r>
          </a:p>
        </p:txBody>
      </p:sp>
      <p:sp>
        <p:nvSpPr>
          <p:cNvPr id="4" name="Slide Number Placeholder 3"/>
          <p:cNvSpPr>
            <a:spLocks noGrp="1"/>
          </p:cNvSpPr>
          <p:nvPr>
            <p:ph type="sldNum" sz="quarter" idx="5"/>
          </p:nvPr>
        </p:nvSpPr>
        <p:spPr/>
        <p:txBody>
          <a:bodyPr/>
          <a:lstStyle/>
          <a:p>
            <a:fld id="{A6C56023-6FA9-469F-A51E-2C40E709A149}" type="slidenum">
              <a:t>6</a:t>
            </a:fld>
            <a:endParaRPr lang="en-US"/>
          </a:p>
        </p:txBody>
      </p:sp>
    </p:spTree>
    <p:extLst>
      <p:ext uri="{BB962C8B-B14F-4D97-AF65-F5344CB8AC3E}">
        <p14:creationId xmlns:p14="http://schemas.microsoft.com/office/powerpoint/2010/main" val="22185205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El uso de React se basa en el desarrollo de interfaces mediante componentes, funciones o clases que retornan elementos de interfaz escritos usualmente con JSX, una sintaxis híbrida que mezcla JavaScript con una estructura similar a HTML. Para comenzar un proyecto, una de las formas más comunes es emplear Create React App, una herramienta que configura automáticamente el entorno de desarrollo con Webpack, Babel y un servidor local listo para usar. Otra alternativa moderna es Vite, que ofrece tiempos de carga más rápidos y una experiencia más ligera. Una vez configurado el proyecto, el desarrollador crea componentes que representan partes de la interfaz, como botones, menús o secciones completas. Estos componentes pueden recibir información mediante props y manejar datos propios a través del estado utilizando hooks como useState y useEffect. El flujo de datos en React es unidireccional, lo que significa que la información viaja de componentes padres a hijos, ayudando a mantener el código organizado y fácil de depurar. Además, React permite el uso de bibliotecas adicionales como React Router para manejar navegación y Context API o Redux en casos donde se necesita compartir estado global. El proceso de compilación transforma JSX en JavaScript estándar y optimiza los archivos para su despliegue en producción. Gracias a su modularidad y su enfoque basado en componentes, React facilita la escalabilidad del proyecto y su mantenimiento en el tiempo. Finalmente, React también se adapta bien a arquitecturas más avanzadas cuando se integra con frameworks como Next.js, permitiendo características adicionales como renderizado del lado del servidor, generación estática y optimización automática del rendimiento.</a:t>
            </a:r>
          </a:p>
        </p:txBody>
      </p:sp>
      <p:sp>
        <p:nvSpPr>
          <p:cNvPr id="4" name="Slide Number Placeholder 3"/>
          <p:cNvSpPr>
            <a:spLocks noGrp="1"/>
          </p:cNvSpPr>
          <p:nvPr>
            <p:ph type="sldNum" sz="quarter" idx="5"/>
          </p:nvPr>
        </p:nvSpPr>
        <p:spPr/>
        <p:txBody>
          <a:bodyPr/>
          <a:lstStyle/>
          <a:p>
            <a:fld id="{A6C56023-6FA9-469F-A51E-2C40E709A149}" type="slidenum">
              <a:t>7</a:t>
            </a:fld>
            <a:endParaRPr lang="en-US"/>
          </a:p>
        </p:txBody>
      </p:sp>
    </p:spTree>
    <p:extLst>
      <p:ext uri="{BB962C8B-B14F-4D97-AF65-F5344CB8AC3E}">
        <p14:creationId xmlns:p14="http://schemas.microsoft.com/office/powerpoint/2010/main" val="2905265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Conceptos clave</a:t>
            </a:r>
          </a:p>
        </p:txBody>
      </p:sp>
      <p:sp>
        <p:nvSpPr>
          <p:cNvPr id="4" name="Slide Number Placeholder 3"/>
          <p:cNvSpPr>
            <a:spLocks noGrp="1"/>
          </p:cNvSpPr>
          <p:nvPr>
            <p:ph type="sldNum" sz="quarter" idx="5"/>
          </p:nvPr>
        </p:nvSpPr>
        <p:spPr/>
        <p:txBody>
          <a:bodyPr/>
          <a:lstStyle/>
          <a:p>
            <a:fld id="{A6C56023-6FA9-469F-A51E-2C40E709A149}" type="slidenum">
              <a:t>8</a:t>
            </a:fld>
            <a:endParaRPr lang="en-US"/>
          </a:p>
        </p:txBody>
      </p:sp>
    </p:spTree>
    <p:extLst>
      <p:ext uri="{BB962C8B-B14F-4D97-AF65-F5344CB8AC3E}">
        <p14:creationId xmlns:p14="http://schemas.microsoft.com/office/powerpoint/2010/main" val="4046543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React incluye varios conceptos fundamentales que permiten desarrollar aplicaciones robustas y organizadas. Uno de los pilares principales es el uso de componentes, los cuales representan unidades independientes y reutilizables que encapsulan estructura, estilo y lógica. Estos componentes pueden ser funcionales o de clase, aunque en versiones modernas se prefieren los funcionales junto con hooks. Las props permiten pasar información desde componentes padres a componentes hijos, asegurando un flujo de datos predecible. Esta comunicación unidireccional es clave para mantener la coherencia del estado en aplicaciones complejas. El estado o state representa datos internos que pueden cambiar con el tiempo y afectar el renderizado de la interfaz. Con la introducción de hooks como useState y useReducer, los desarrolladores pueden gestionar el estado de manera más simple y explícita. Otro concepto importante es el Virtual DOM, una representación ligera del DOM real que React utiliza para identificar cambios y actualizar solo lo necesario, mejorando así el rendimiento. Además, useEffect permite manejar efectos secundarios como solicitudes HTTP, suscripciones y actualizaciones basadas en cambios de estado. Otros hooks como useMemo y useCallback ayudan a optimizar el rendimiento evitando cálculos innecesarios. El manejo del contexto mediante Context API resuelve el problema de pasar props profundamente en la jerarquía. Finalmente, el ecosistema de React incluye herramientas adicionales como React Router para navegación y Redux o Zustand para la gestión más avanzada del estado, completando un conjunto sólido para el desarrollo profesional.</a:t>
            </a:r>
          </a:p>
        </p:txBody>
      </p:sp>
      <p:sp>
        <p:nvSpPr>
          <p:cNvPr id="4" name="Slide Number Placeholder 3"/>
          <p:cNvSpPr>
            <a:spLocks noGrp="1"/>
          </p:cNvSpPr>
          <p:nvPr>
            <p:ph type="sldNum" sz="quarter" idx="5"/>
          </p:nvPr>
        </p:nvSpPr>
        <p:spPr/>
        <p:txBody>
          <a:bodyPr/>
          <a:lstStyle/>
          <a:p>
            <a:fld id="{A6C56023-6FA9-469F-A51E-2C40E709A149}" type="slidenum">
              <a:t>9</a:t>
            </a:fld>
            <a:endParaRPr lang="en-US"/>
          </a:p>
        </p:txBody>
      </p:sp>
    </p:spTree>
    <p:extLst>
      <p:ext uri="{BB962C8B-B14F-4D97-AF65-F5344CB8AC3E}">
        <p14:creationId xmlns:p14="http://schemas.microsoft.com/office/powerpoint/2010/main" val="3981764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Ejemplo de componente básico</a:t>
            </a:r>
          </a:p>
        </p:txBody>
      </p:sp>
      <p:sp>
        <p:nvSpPr>
          <p:cNvPr id="4" name="Slide Number Placeholder 3"/>
          <p:cNvSpPr>
            <a:spLocks noGrp="1"/>
          </p:cNvSpPr>
          <p:nvPr>
            <p:ph type="sldNum" sz="quarter" idx="5"/>
          </p:nvPr>
        </p:nvSpPr>
        <p:spPr/>
        <p:txBody>
          <a:bodyPr/>
          <a:lstStyle/>
          <a:p>
            <a:fld id="{A6C56023-6FA9-469F-A51E-2C40E709A149}" type="slidenum">
              <a:t>10</a:t>
            </a:fld>
            <a:endParaRPr lang="en-US"/>
          </a:p>
        </p:txBody>
      </p:sp>
    </p:spTree>
    <p:extLst>
      <p:ext uri="{BB962C8B-B14F-4D97-AF65-F5344CB8AC3E}">
        <p14:creationId xmlns:p14="http://schemas.microsoft.com/office/powerpoint/2010/main" val="39789914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Un ejemplo simple de un componente en React permite visualizar cómo se estructura la lógica y la interfaz dentro de una función que retorna JSX. En este caso, un componente básico llamado "Saludo" puede mostrar un mensaje estático, pero también puede adaptarse para recibir información mediante props, demostrando la flexibilidad de los componentes funcionales. Un componente típico comienza con la declaración de una función que devuelve un elemento JSX, como un encabezado o un párrafo. JSX facilita la visualización directa de cómo se verá el componente en la interfaz del usuario, permitiendo anidar elementos y aplicar estilos o clases. Este enfoque modular permite reutilizar componentes en diferentes partes de la aplicación, asegurando consistencia y reduciendo duplicación de código. Además, los componentes pueden ampliarse para manejar estado mediante el hook useState, lo que permite actualizar dinámicamente lo que se muestra en pantalla con base en interacciones del usuario o cambios en los datos. En aplicaciones reales, un componente como "Saludo" podría integrarse dentro de una estructura más compleja, recibiendo el nombre del usuario mediante props y mostrando un mensaje personalizado, demostrando la naturaleza declarativa y flexible de React. Finalmente, estos componentes pueden combinarse con otros para construir interfaces completas organizadas en jerarquías, lo cual demuestra la potencia del enfoque basado en componentes. Aquí un ejemplo simple: function Saludo() { return &lt;h1&gt;Hola Mundo&lt;/h1&gt;; }. Este ejemplo ilustra claramente la base de React y cómo cada pieza contribuye al desarrollo de aplicaciones modernas.</a:t>
            </a:r>
          </a:p>
        </p:txBody>
      </p:sp>
      <p:sp>
        <p:nvSpPr>
          <p:cNvPr id="4" name="Slide Number Placeholder 3"/>
          <p:cNvSpPr>
            <a:spLocks noGrp="1"/>
          </p:cNvSpPr>
          <p:nvPr>
            <p:ph type="sldNum" sz="quarter" idx="5"/>
          </p:nvPr>
        </p:nvSpPr>
        <p:spPr/>
        <p:txBody>
          <a:bodyPr/>
          <a:lstStyle/>
          <a:p>
            <a:fld id="{A6C56023-6FA9-469F-A51E-2C40E709A149}" type="slidenum">
              <a:t>11</a:t>
            </a:fld>
            <a:endParaRPr lang="en-US"/>
          </a:p>
        </p:txBody>
      </p:sp>
    </p:spTree>
    <p:extLst>
      <p:ext uri="{BB962C8B-B14F-4D97-AF65-F5344CB8AC3E}">
        <p14:creationId xmlns:p14="http://schemas.microsoft.com/office/powerpoint/2010/main" val="12531825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7FFB9803-9D1D-4898-AAE2-D2FBD12BA93E}"/>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292100" dist="63500" dir="5400000" sx="96000" sy="96000" algn="t" rotWithShape="0">
              <a:srgbClr val="000000">
                <a:alpha val="48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5121129"/>
            <a:ext cx="11277604" cy="786384"/>
          </a:xfrm>
        </p:spPr>
        <p:txBody>
          <a:bodyPr vert="horz" lIns="91440" tIns="45720" rIns="91440" bIns="45720" rtlCol="0" anchor="b">
            <a:norm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915481"/>
            <a:ext cx="11277603" cy="480373"/>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 y="0"/>
            <a:ext cx="12191999" cy="4944351"/>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C81B6CB-43CE-466F-88A9-8B8F4CFE8975}" type="datetime1">
              <a:rPr lang="en-US" smtClean="0"/>
              <a:t>2/15/26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176852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971006"/>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08FB5FE-74B1-47DA-9CAE-F43A0B55E4F1}"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3120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503EC21-D784-9EDB-F275-60428E050E2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85AEA52D-0CD6-21E0-5777-2F16DC4C910A}"/>
              </a:ext>
              <a:ext uri="{C183D7F6-B498-43B3-948B-1728B52AA6E4}">
                <adec:decorative xmlns:adec="http://schemas.microsoft.com/office/drawing/2017/decorative" val="1"/>
              </a:ext>
            </a:extLst>
          </p:cNvPr>
          <p:cNvSpPr/>
          <p:nvPr/>
        </p:nvSpPr>
        <p:spPr>
          <a:xfrm>
            <a:off x="15767" y="0"/>
            <a:ext cx="6584949" cy="6858000"/>
          </a:xfrm>
          <a:prstGeom prst="rect">
            <a:avLst/>
          </a:prstGeom>
          <a:ln>
            <a:noFill/>
          </a:ln>
          <a:effectLst>
            <a:outerShdw blurRad="457200" dist="76200" sx="96000" sy="96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168896" y="555706"/>
            <a:ext cx="4361688" cy="4049084"/>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168896" y="5298623"/>
            <a:ext cx="4371463" cy="971015"/>
          </a:xfrm>
        </p:spPr>
        <p:txBody>
          <a:bodyPr vert="horz" lIns="91440" tIns="45720" rIns="91440" bIns="45720" rtlCol="0" anchor="ctr">
            <a:normAutofit/>
          </a:bodyPr>
          <a:lstStyle>
            <a:lvl1pPr marL="0" indent="0">
              <a:buNone/>
              <a:defRPr lang="en-US" sz="200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15766" y="0"/>
            <a:ext cx="666332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397585"/>
            <a:ext cx="1707625" cy="365125"/>
          </a:xfrm>
        </p:spPr>
        <p:txBody>
          <a:bodyPr/>
          <a:lstStyle>
            <a:lvl1pPr>
              <a:defRPr>
                <a:solidFill>
                  <a:schemeClr val="tx1"/>
                </a:solidFill>
                <a:effectLst/>
              </a:defRPr>
            </a:lvl1pPr>
          </a:lstStyle>
          <a:p>
            <a:fld id="{29891205-2E48-438F-8E2D-D4AB8C3C065A}" type="datetime1">
              <a:rPr lang="en-US" smtClean="0"/>
              <a:t>2/15/26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7511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49B523C6-1C5C-6DE8-4A3F-21360DF86013}"/>
              </a:ext>
              <a:ext uri="{C183D7F6-B498-43B3-948B-1728B52AA6E4}">
                <adec:decorative xmlns:adec="http://schemas.microsoft.com/office/drawing/2017/decorative" val="1"/>
              </a:ext>
            </a:extLst>
          </p:cNvPr>
          <p:cNvSpPr/>
          <p:nvPr/>
        </p:nvSpPr>
        <p:spPr>
          <a:xfrm>
            <a:off x="2" y="0"/>
            <a:ext cx="5059528"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4025153" cy="3739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332780"/>
            <a:ext cx="4025153" cy="1016813"/>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457200" y="6396802"/>
            <a:ext cx="1631737" cy="365125"/>
          </a:xfrm>
        </p:spPr>
        <p:txBody>
          <a:bodyPr/>
          <a:lstStyle/>
          <a:p>
            <a:fld id="{D5F03827-1D21-4134-AE54-D5524D64DCEC}" type="datetime1">
              <a:rPr lang="en-US" smtClean="0"/>
              <a:t>2/15/26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963428" y="6396802"/>
            <a:ext cx="2540857"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519970" y="6396802"/>
            <a:ext cx="539560"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029201" y="0"/>
            <a:ext cx="7162800"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512067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9" y="441434"/>
            <a:ext cx="7638277" cy="3743005"/>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543001" cy="775044"/>
          </a:xfrm>
        </p:spPr>
        <p:txBody>
          <a:bodyPr vert="horz" lIns="91440" tIns="45720" rIns="91440" bIns="45720" rtlCol="0" anchor="ctr">
            <a:normAutofit/>
          </a:bodyPr>
          <a:lstStyle>
            <a:lvl1pPr marL="0" indent="0">
              <a:buNone/>
              <a:defRPr lang="en-US" sz="2400" dirty="0">
                <a:solidFill>
                  <a:schemeClr val="accent1"/>
                </a:solidFill>
              </a:defRPr>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3248D1D-0000-4046-B84B-B9CEFCDA17B6}" type="datetime1">
              <a:rPr lang="en-US" smtClean="0"/>
              <a:t>2/15/26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074202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E31160-AF08-1CA6-A9BD-8666BB28452A}"/>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49278" y="441434"/>
            <a:ext cx="7955280" cy="3743005"/>
          </a:xfrm>
        </p:spPr>
        <p:txBody>
          <a:bodyPr vert="horz" lIns="91440" tIns="45720" rIns="91440" bIns="45720" rtlCol="0" anchor="t">
            <a:normAutofit/>
          </a:bodyPr>
          <a:lstStyle>
            <a:lvl1pPr>
              <a:defRPr lang="en-US" sz="80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79642"/>
            <a:ext cx="7866993" cy="775044"/>
          </a:xfrm>
        </p:spPr>
        <p:txBody>
          <a:bodyPr vert="horz" lIns="91440" tIns="45720" rIns="91440" bIns="45720" rtlCol="0" anchor="ctr">
            <a:normAutofit/>
          </a:bodyPr>
          <a:lstStyle>
            <a:lvl1pPr marL="0" indent="0">
              <a:buNone/>
              <a:defRPr lang="en-US" sz="22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21960-FE29-4EC6-B6FC-C22016F1BE24}" type="datetime1">
              <a:rPr lang="en-US" smtClean="0"/>
              <a:t>2/15/26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84844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F3B096F-F950-72C3-095D-2538032D98C8}"/>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9" y="925186"/>
            <a:ext cx="7876287" cy="3592629"/>
          </a:xfrm>
        </p:spPr>
        <p:txBody>
          <a:bodyPr vert="horz" lIns="91440" tIns="45720" rIns="91440" bIns="45720" rtlCol="0" anchor="b">
            <a:normAutofit/>
          </a:bodyPr>
          <a:lstStyle>
            <a:lvl1pPr>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8" y="5376439"/>
            <a:ext cx="7876287" cy="981451"/>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457199" y="6397585"/>
            <a:ext cx="4043855" cy="365125"/>
          </a:xfrm>
        </p:spPr>
        <p:txBody>
          <a:bodyPr/>
          <a:lstStyle/>
          <a:p>
            <a:fld id="{5D9D788B-2E73-40B9-BCA6-1E765B601FEF}" type="datetime1">
              <a:rPr lang="en-US" smtClean="0"/>
              <a:t>2/15/26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96272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lumMod val="20000"/>
                    <a:lumOff val="80000"/>
                  </a:schemeClr>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accent1">
                    <a:lumMod val="20000"/>
                    <a:lumOff val="80000"/>
                  </a:schemeClr>
                </a:solidFill>
              </a:defRPr>
            </a:lvl1pPr>
          </a:lstStyle>
          <a:p>
            <a:fld id="{C4D6F1DF-7200-4B91-8050-F635DAB9B966}" type="datetime1">
              <a:rPr lang="en-US" smtClean="0"/>
              <a:t>2/15/26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accent1">
                    <a:lumMod val="20000"/>
                    <a:lumOff val="80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accent1">
                    <a:lumMod val="20000"/>
                    <a:lumOff val="80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0329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2">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197" y="3507830"/>
            <a:ext cx="7772400" cy="2944368"/>
          </a:xfrm>
        </p:spPr>
        <p:txBody>
          <a:bodyPr vert="horz" lIns="91440" tIns="45720" rIns="91440" bIns="45720" rtlCol="0" anchor="b">
            <a:normAutofit/>
          </a:bodyPr>
          <a:lstStyle>
            <a:lvl1pPr>
              <a:defRPr lang="en-US" sz="8000" dirty="0">
                <a:solidFill>
                  <a:schemeClr val="accent1"/>
                </a:solidFill>
              </a:defRPr>
            </a:lvl1pPr>
          </a:lstStyle>
          <a:p>
            <a:pPr lvl="0"/>
            <a:r>
              <a:rPr lang="en-US"/>
              <a:t>Click to edit Master 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095D0CDF-3021-486C-B3C2-8B0F2ECF95F9}" type="datetime1">
              <a:rPr lang="en-US" smtClean="0"/>
              <a:t>2/15/26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43527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84">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0"/>
            <a:ext cx="12192001" cy="2797024"/>
          </a:xfrm>
          <a:prstGeom prst="rect">
            <a:avLst/>
          </a:prstGeom>
          <a:ln>
            <a:noFill/>
          </a:ln>
          <a:effectLst>
            <a:outerShdw blurRad="266700" dist="25400" dir="5400000" sx="96000" sy="96000" algn="t"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9" y="462844"/>
            <a:ext cx="11238090" cy="2147328"/>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159022" y="3073016"/>
            <a:ext cx="6536267" cy="3226184"/>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6008813-F68C-4D6B-A0D2-5D7526AA9642}" type="datetime1">
              <a:rPr lang="en-US" smtClean="0"/>
              <a:t>2/15/26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6292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48D240F-8668-0DFF-3268-B576F3C300A3}"/>
              </a:ext>
              <a:ext uri="{C183D7F6-B498-43B3-948B-1728B52AA6E4}">
                <adec:decorative xmlns:adec="http://schemas.microsoft.com/office/drawing/2017/decorative" val="1"/>
              </a:ext>
            </a:extLst>
          </p:cNvPr>
          <p:cNvSpPr/>
          <p:nvPr/>
        </p:nvSpPr>
        <p:spPr>
          <a:xfrm>
            <a:off x="-1" y="1"/>
            <a:ext cx="12192001" cy="2892972"/>
          </a:xfrm>
          <a:prstGeom prst="rect">
            <a:avLst/>
          </a:prstGeom>
          <a:ln>
            <a:noFill/>
          </a:ln>
          <a:effectLst>
            <a:outerShdw blurRad="266700" dist="25400" dir="5400000" sx="96000" sy="96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198" y="457200"/>
            <a:ext cx="11232931" cy="2215056"/>
          </a:xfrm>
        </p:spPr>
        <p:txBody>
          <a:bodyPr anchor="b">
            <a:normAutofit/>
          </a:bodyPr>
          <a:lstStyle>
            <a:lvl1pPr>
              <a:defRPr sz="8800">
                <a:solidFill>
                  <a:schemeClr val="accent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E54F8487-233E-737D-E06C-88B1E20DDF41}"/>
              </a:ext>
            </a:extLst>
          </p:cNvPr>
          <p:cNvSpPr>
            <a:spLocks noGrp="1"/>
          </p:cNvSpPr>
          <p:nvPr>
            <p:ph type="pic" sz="quarter" idx="14" hasCustomPrompt="1"/>
          </p:nvPr>
        </p:nvSpPr>
        <p:spPr>
          <a:xfrm>
            <a:off x="0" y="2892425"/>
            <a:ext cx="5888421" cy="396557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61385" y="3231931"/>
            <a:ext cx="5328745" cy="2791839"/>
          </a:xfrm>
        </p:spPr>
        <p:txBody>
          <a:bodyPr>
            <a:normAutofit/>
          </a:bodyPr>
          <a:lstStyle>
            <a:lvl1pPr>
              <a:defRPr sz="2000"/>
            </a:lvl1pPr>
            <a:lvl2pPr>
              <a:defRPr sz="1800"/>
            </a:lvl2pPr>
            <a:lvl3pPr>
              <a:defRPr sz="16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361385" y="6397586"/>
            <a:ext cx="2435774" cy="365125"/>
          </a:xfrm>
        </p:spPr>
        <p:txBody>
          <a:bodyPr/>
          <a:lstStyle/>
          <a:p>
            <a:fld id="{CA9DE485-2DDC-4C87-9D36-DE45D8017C41}" type="datetime1">
              <a:rPr lang="en-US" smtClean="0"/>
              <a:t>2/15/26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8678917" y="6397586"/>
            <a:ext cx="2883406" cy="365125"/>
          </a:xfrm>
        </p:spPr>
        <p:txBody>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257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BC7D191-B699-A268-2B37-AF87FB6A1A97}"/>
              </a:ext>
              <a:ext uri="{C183D7F6-B498-43B3-948B-1728B52AA6E4}">
                <adec:decorative xmlns:adec="http://schemas.microsoft.com/office/drawing/2017/decorative" val="1"/>
              </a:ext>
            </a:extLst>
          </p:cNvPr>
          <p:cNvSpPr/>
          <p:nvPr/>
        </p:nvSpPr>
        <p:spPr>
          <a:xfrm>
            <a:off x="5158292" y="0"/>
            <a:ext cx="7033708"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65415" y="2385975"/>
            <a:ext cx="3635640" cy="2561582"/>
          </a:xfrm>
        </p:spPr>
        <p:txBody>
          <a:bodyPr anchor="t">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5679626" y="2386584"/>
            <a:ext cx="4827810" cy="2459736"/>
          </a:xfrm>
        </p:spPr>
        <p:txBody>
          <a:bodyPr>
            <a:normAutofit/>
          </a:bodyPr>
          <a:lstStyle>
            <a:lvl1pPr marL="0" indent="0">
              <a:buNone/>
              <a:defRPr sz="2000"/>
            </a:lvl1pPr>
            <a:lvl2pPr marL="228600" indent="0">
              <a:buNone/>
              <a:defRPr sz="1800"/>
            </a:lvl2pPr>
            <a:lvl3pPr marL="457200" indent="0">
              <a:buNone/>
              <a:defRPr sz="16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CA3412E-88C0-423A-B33B-2B668DA927D6}"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08741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DC977C0-EDF0-01D2-4B36-D815C4C62A90}"/>
              </a:ext>
              <a:ext uri="{C183D7F6-B498-43B3-948B-1728B52AA6E4}">
                <adec:decorative xmlns:adec="http://schemas.microsoft.com/office/drawing/2017/decorative" val="1"/>
              </a:ext>
            </a:extLst>
          </p:cNvPr>
          <p:cNvSpPr/>
          <p:nvPr/>
        </p:nvSpPr>
        <p:spPr>
          <a:xfrm>
            <a:off x="1" y="0"/>
            <a:ext cx="4998404" cy="6858000"/>
          </a:xfrm>
          <a:prstGeom prst="rect">
            <a:avLst/>
          </a:prstGeom>
          <a:ln>
            <a:noFill/>
          </a:ln>
          <a:effectLst>
            <a:outerShdw blurRad="304800" dist="508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861457"/>
            <a:ext cx="3902530" cy="3900335"/>
          </a:xfrm>
        </p:spPr>
        <p:txBody>
          <a:bodyPr vert="horz" lIns="91440" tIns="45720" rIns="91440" bIns="45720" rtlCol="0" anchor="t">
            <a:normAutofit/>
          </a:bodyPr>
          <a:lstStyle>
            <a:lvl1pPr>
              <a:defRPr lang="en-US" sz="32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861457"/>
            <a:ext cx="4956175" cy="3895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21C159D-7D89-42C2-8281-5FCE30E88AB1}"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7564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E9EC3E4-62E5-4C6F-9887-208672447376}"/>
              </a:ext>
              <a:ext uri="{C183D7F6-B498-43B3-948B-1728B52AA6E4}">
                <adec:decorative xmlns:adec="http://schemas.microsoft.com/office/drawing/2017/decorative" val="1"/>
              </a:ext>
            </a:extLst>
          </p:cNvPr>
          <p:cNvSpPr/>
          <p:nvPr/>
        </p:nvSpPr>
        <p:spPr>
          <a:xfrm>
            <a:off x="4998404" y="0"/>
            <a:ext cx="7193595" cy="6858000"/>
          </a:xfrm>
          <a:prstGeom prst="rect">
            <a:avLst/>
          </a:prstGeom>
          <a:ln>
            <a:noFill/>
          </a:ln>
          <a:effectLst>
            <a:outerShdw blurRad="304800" dist="50800" dir="5400000" sx="96000" sy="96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1331997"/>
            <a:ext cx="4023360" cy="463882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332432"/>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AA75D23-C9DC-452B-8F85-54BA06AADDEA}"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45867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43CD6CB-7CF3-6170-4CDE-A7067B3BA6DE}"/>
              </a:ext>
              <a:ext uri="{C183D7F6-B498-43B3-948B-1728B52AA6E4}">
                <adec:decorative xmlns:adec="http://schemas.microsoft.com/office/drawing/2017/decorative" val="1"/>
              </a:ext>
            </a:extLst>
          </p:cNvPr>
          <p:cNvSpPr/>
          <p:nvPr/>
        </p:nvSpPr>
        <p:spPr>
          <a:xfrm>
            <a:off x="0" y="1"/>
            <a:ext cx="4998404" cy="6858000"/>
          </a:xfrm>
          <a:prstGeom prst="rect">
            <a:avLst/>
          </a:prstGeom>
          <a:ln>
            <a:noFill/>
          </a:ln>
          <a:effectLst>
            <a:outerShdw blurRad="292100" dist="25400" dir="5400000" sx="95000" sy="95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894391"/>
            <a:ext cx="4031619"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894391"/>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2F8042-124F-4460-862E-75BE885F369D}"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347116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5BD655-1974-42EB-ABB7-731D89BD082B}"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46612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889D7E3-7299-8FE5-8307-00CC93EFE205}"/>
              </a:ext>
              <a:ext uri="{C183D7F6-B498-43B3-948B-1728B52AA6E4}">
                <adec:decorative xmlns:adec="http://schemas.microsoft.com/office/drawing/2017/decorative" val="1"/>
              </a:ext>
            </a:extLst>
          </p:cNvPr>
          <p:cNvSpPr/>
          <p:nvPr/>
        </p:nvSpPr>
        <p:spPr>
          <a:xfrm>
            <a:off x="0" y="0"/>
            <a:ext cx="3973690" cy="6858000"/>
          </a:xfrm>
          <a:prstGeom prst="rect">
            <a:avLst/>
          </a:prstGeom>
          <a:ln>
            <a:noFill/>
          </a:ln>
          <a:effectLst>
            <a:outerShdw blurRad="2540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3409648" cy="5719639"/>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504268" y="457200"/>
            <a:ext cx="73152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7820626-3D88-4D67-8337-214C7DE03941}"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287984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418F682-5C62-E822-83E8-6084E0F4BDDD}"/>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457201"/>
            <a:ext cx="10809026" cy="69368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A9FAA9E-3664-422A-86BF-374713D410C7}"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477290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9F1FBB-CDF9-0670-184F-9A88B51EF4DF}"/>
              </a:ext>
              <a:ext uri="{C183D7F6-B498-43B3-948B-1728B52AA6E4}">
                <adec:decorative xmlns:adec="http://schemas.microsoft.com/office/drawing/2017/decorative" val="1"/>
              </a:ext>
            </a:extLst>
          </p:cNvPr>
          <p:cNvSpPr/>
          <p:nvPr/>
        </p:nvSpPr>
        <p:spPr>
          <a:xfrm>
            <a:off x="0" y="0"/>
            <a:ext cx="4710407" cy="6858000"/>
          </a:xfrm>
          <a:prstGeom prst="rect">
            <a:avLst/>
          </a:prstGeom>
          <a:ln>
            <a:noFill/>
          </a:ln>
          <a:effectLst>
            <a:outerShdw blurRad="279400" dist="381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32827" y="722294"/>
            <a:ext cx="6399335" cy="1143000"/>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10407"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33913" y="2038167"/>
            <a:ext cx="6376640" cy="42379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232827" y="6397585"/>
            <a:ext cx="3091366" cy="365125"/>
          </a:xfrm>
        </p:spPr>
        <p:txBody>
          <a:bodyPr/>
          <a:lstStyle/>
          <a:p>
            <a:fld id="{B01855B3-81BD-4EB3-93B8-24149614A5C2}" type="datetime1">
              <a:rPr lang="en-US" smtClean="0"/>
              <a:t>2/15/26</a:t>
            </a:fld>
            <a:endParaRPr lang="en-US"/>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17492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35C6F1D-29B8-BAD8-4A04-26165093EC9E}"/>
              </a:ext>
              <a:ext uri="{C183D7F6-B498-43B3-948B-1728B52AA6E4}">
                <adec:decorative xmlns:adec="http://schemas.microsoft.com/office/drawing/2017/decorative" val="1"/>
              </a:ext>
            </a:extLst>
          </p:cNvPr>
          <p:cNvSpPr/>
          <p:nvPr/>
        </p:nvSpPr>
        <p:spPr>
          <a:xfrm>
            <a:off x="0" y="-1"/>
            <a:ext cx="12191999" cy="1715534"/>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C5ACC7DB-B90B-195F-A4A9-CBAC728A259F}"/>
              </a:ext>
              <a:ext uri="{C183D7F6-B498-43B3-948B-1728B52AA6E4}">
                <adec:decorative xmlns:adec="http://schemas.microsoft.com/office/drawing/2017/decorative" val="1"/>
              </a:ext>
            </a:extLst>
          </p:cNvPr>
          <p:cNvSpPr/>
          <p:nvPr/>
        </p:nvSpPr>
        <p:spPr>
          <a:xfrm>
            <a:off x="7400542" y="0"/>
            <a:ext cx="4791457"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8912"/>
            <a:ext cx="6249032" cy="9875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0" y="2031143"/>
            <a:ext cx="6249032" cy="4203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57200" y="6397586"/>
            <a:ext cx="3307438" cy="365125"/>
          </a:xfrm>
        </p:spPr>
        <p:txBody>
          <a:bodyPr/>
          <a:lstStyle/>
          <a:p>
            <a:fld id="{05C068A9-E788-4706-91DE-7660DC7E7F0B}" type="datetime1">
              <a:rPr lang="en-US" smtClean="0"/>
              <a:t>2/15/26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397490"/>
            <a:ext cx="2755641" cy="365125"/>
          </a:xfrm>
        </p:spPr>
        <p:txBody>
          <a:bodyPr/>
          <a:lstStyle/>
          <a:p>
            <a:r>
              <a:rPr lang="en-US"/>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397490"/>
            <a:ext cx="429207" cy="36512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214047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F35C4E8-9A24-3BEF-0D59-22000916970C}"/>
              </a:ext>
              <a:ext uri="{C183D7F6-B498-43B3-948B-1728B52AA6E4}">
                <adec:decorative xmlns:adec="http://schemas.microsoft.com/office/drawing/2017/decorative" val="1"/>
              </a:ext>
            </a:extLst>
          </p:cNvPr>
          <p:cNvSpPr/>
          <p:nvPr/>
        </p:nvSpPr>
        <p:spPr>
          <a:xfrm>
            <a:off x="0" y="0"/>
            <a:ext cx="401993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41264" y="320040"/>
            <a:ext cx="7062472" cy="110534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19930"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541264" y="1595300"/>
            <a:ext cx="7062472" cy="47689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541264" y="6397586"/>
            <a:ext cx="3698786" cy="365125"/>
          </a:xfrm>
        </p:spPr>
        <p:txBody>
          <a:bodyPr/>
          <a:lstStyle/>
          <a:p>
            <a:fld id="{C8311AF8-7954-47E6-837D-7F81EAFD6BAB}" type="datetime1">
              <a:rPr lang="en-US" smtClean="0"/>
              <a:t>2/15/26</a:t>
            </a:fld>
            <a:endParaRPr lang="en-US"/>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8326257" y="6397586"/>
            <a:ext cx="3184635"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32171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C09B6B00-AC17-D2DA-234C-12A24C08F5E0}"/>
              </a:ext>
              <a:ext uri="{C183D7F6-B498-43B3-948B-1728B52AA6E4}">
                <adec:decorative xmlns:adec="http://schemas.microsoft.com/office/drawing/2017/decorative" val="1"/>
              </a:ext>
            </a:extLst>
          </p:cNvPr>
          <p:cNvSpPr/>
          <p:nvPr/>
        </p:nvSpPr>
        <p:spPr>
          <a:xfrm>
            <a:off x="8091732" y="0"/>
            <a:ext cx="410026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7084142" cy="968895"/>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199" y="1596044"/>
            <a:ext cx="7084143" cy="46867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57200" y="6397586"/>
            <a:ext cx="3643070" cy="365125"/>
          </a:xfrm>
        </p:spPr>
        <p:txBody>
          <a:bodyPr/>
          <a:lstStyle/>
          <a:p>
            <a:fld id="{6680B6FE-65B2-439C-A510-29C1D5265E18}" type="datetime1">
              <a:rPr lang="en-US" smtClean="0"/>
              <a:t>2/15/26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301338" y="6397956"/>
            <a:ext cx="2988813"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90151" y="6397956"/>
            <a:ext cx="499902" cy="364755"/>
          </a:xfrm>
        </p:spPr>
        <p:txBody>
          <a:bodyPr/>
          <a:lstStyle/>
          <a:p>
            <a:fld id="{CC057153-B650-4DEB-B370-79DDCFDCE934}"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87197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76B02D-6E01-2EBF-F325-B8DA3911406C}"/>
              </a:ext>
              <a:ext uri="{C183D7F6-B498-43B3-948B-1728B52AA6E4}">
                <adec:decorative xmlns:adec="http://schemas.microsoft.com/office/drawing/2017/decorative" val="1"/>
              </a:ext>
            </a:extLst>
          </p:cNvPr>
          <p:cNvSpPr/>
          <p:nvPr/>
        </p:nvSpPr>
        <p:spPr>
          <a:xfrm>
            <a:off x="0" y="0"/>
            <a:ext cx="6721068"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42526" y="457200"/>
            <a:ext cx="4437283" cy="141002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721068"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42463" y="2034314"/>
            <a:ext cx="4437283" cy="42744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757C14F0-7A62-A99F-32EF-20CD6D158758}"/>
              </a:ext>
            </a:extLst>
          </p:cNvPr>
          <p:cNvSpPr>
            <a:spLocks noGrp="1"/>
          </p:cNvSpPr>
          <p:nvPr>
            <p:ph type="dt" sz="half" idx="15"/>
          </p:nvPr>
        </p:nvSpPr>
        <p:spPr>
          <a:xfrm>
            <a:off x="7242464" y="6397586"/>
            <a:ext cx="1081730" cy="365125"/>
          </a:xfrm>
        </p:spPr>
        <p:txBody>
          <a:bodyPr/>
          <a:lstStyle/>
          <a:p>
            <a:fld id="{8B57DA0F-C87F-4899-B3EC-A249D58CEB65}" type="datetime1">
              <a:rPr lang="en-US" smtClean="0"/>
              <a:t>2/15/26</a:t>
            </a:fld>
            <a:endParaRPr lang="en-US"/>
          </a:p>
        </p:txBody>
      </p:sp>
      <p:sp>
        <p:nvSpPr>
          <p:cNvPr id="4" name="Footer Placeholder 3">
            <a:extLst>
              <a:ext uri="{FF2B5EF4-FFF2-40B4-BE49-F238E27FC236}">
                <a16:creationId xmlns:a16="http://schemas.microsoft.com/office/drawing/2014/main" id="{049D7113-6F8F-6484-6394-7073CDE0310F}"/>
              </a:ext>
            </a:extLst>
          </p:cNvPr>
          <p:cNvSpPr>
            <a:spLocks noGrp="1"/>
          </p:cNvSpPr>
          <p:nvPr>
            <p:ph type="ftr" sz="quarter" idx="16"/>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7D98A66-183A-7844-870D-C3A684106A1A}"/>
              </a:ext>
            </a:extLst>
          </p:cNvPr>
          <p:cNvSpPr>
            <a:spLocks noGrp="1"/>
          </p:cNvSpPr>
          <p:nvPr>
            <p:ph type="sldNum" sz="quarter" idx="17"/>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9673447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97EE1131-07A4-11FC-0FF4-FD66B6F29C1E}"/>
              </a:ext>
              <a:ext uri="{C183D7F6-B498-43B3-948B-1728B52AA6E4}">
                <adec:decorative xmlns:adec="http://schemas.microsoft.com/office/drawing/2017/decorative" val="1"/>
              </a:ext>
            </a:extLst>
          </p:cNvPr>
          <p:cNvSpPr/>
          <p:nvPr/>
        </p:nvSpPr>
        <p:spPr>
          <a:xfrm>
            <a:off x="5666014" y="0"/>
            <a:ext cx="6525986"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199"/>
            <a:ext cx="4596493" cy="184323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67530"/>
            <a:ext cx="4596493" cy="3841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1"/>
            <a:ext cx="2103432" cy="365125"/>
          </a:xfrm>
        </p:spPr>
        <p:txBody>
          <a:bodyPr/>
          <a:lstStyle/>
          <a:p>
            <a:fld id="{09BF27F9-1986-4E12-BC85-E6598B06D7AD}"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60632" y="6400801"/>
            <a:ext cx="2386925"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5030576" y="6400801"/>
            <a:ext cx="429207"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6"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918008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9893A28-9D93-5E59-7AE5-C62D4A70F2D7}"/>
              </a:ext>
              <a:ext uri="{C183D7F6-B498-43B3-948B-1728B52AA6E4}">
                <adec:decorative xmlns:adec="http://schemas.microsoft.com/office/drawing/2017/decorative" val="1"/>
              </a:ext>
            </a:extLst>
          </p:cNvPr>
          <p:cNvSpPr/>
          <p:nvPr/>
        </p:nvSpPr>
        <p:spPr>
          <a:xfrm>
            <a:off x="5666012" y="0"/>
            <a:ext cx="6525988"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4702629" cy="9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1596593"/>
            <a:ext cx="4702629" cy="47658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400800"/>
            <a:ext cx="1926771" cy="365125"/>
          </a:xfrm>
        </p:spPr>
        <p:txBody>
          <a:bodyPr/>
          <a:lstStyle/>
          <a:p>
            <a:fld id="{E47FC9F7-7102-4089-9AD9-CE2C2E265FF0}"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383971" y="6400800"/>
            <a:ext cx="2530929"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80215" y="6400800"/>
            <a:ext cx="5296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66014" y="0"/>
            <a:ext cx="6525985"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101820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1BF16A2-8C4A-C525-68AF-0E38D15F04E0}"/>
              </a:ext>
              <a:ext uri="{C183D7F6-B498-43B3-948B-1728B52AA6E4}">
                <adec:decorative xmlns:adec="http://schemas.microsoft.com/office/drawing/2017/decorative" val="1"/>
              </a:ext>
            </a:extLst>
          </p:cNvPr>
          <p:cNvSpPr/>
          <p:nvPr/>
        </p:nvSpPr>
        <p:spPr>
          <a:xfrm>
            <a:off x="0" y="0"/>
            <a:ext cx="7542724" cy="6858000"/>
          </a:xfrm>
          <a:prstGeom prst="rect">
            <a:avLst/>
          </a:prstGeom>
          <a:ln>
            <a:noFill/>
          </a:ln>
          <a:effectLst>
            <a:outerShdw blurRad="254000" dist="50800" dir="5400000" sx="96000" sy="96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64062" y="457199"/>
            <a:ext cx="3617863" cy="1860331"/>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542725"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64061" y="2486370"/>
            <a:ext cx="3617863" cy="38571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064061" y="6397585"/>
            <a:ext cx="1070974" cy="365125"/>
          </a:xfrm>
        </p:spPr>
        <p:txBody>
          <a:bodyPr/>
          <a:lstStyle/>
          <a:p>
            <a:fld id="{880626D8-FAEA-4A7A-8E86-9292DD2FB9F3}" type="datetime1">
              <a:rPr lang="en-US" smtClean="0"/>
              <a:t>2/15/26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397586"/>
            <a:ext cx="2546891"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07826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7FFA00-F19D-35C4-43F5-7774CF783AFE}"/>
              </a:ext>
              <a:ext uri="{C183D7F6-B498-43B3-948B-1728B52AA6E4}">
                <adec:decorative xmlns:adec="http://schemas.microsoft.com/office/drawing/2017/decorative" val="1"/>
              </a:ext>
            </a:extLst>
          </p:cNvPr>
          <p:cNvSpPr/>
          <p:nvPr/>
        </p:nvSpPr>
        <p:spPr>
          <a:xfrm>
            <a:off x="0" y="-2"/>
            <a:ext cx="12191999" cy="2028525"/>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 name="Rectangle 3">
            <a:extLst>
              <a:ext uri="{FF2B5EF4-FFF2-40B4-BE49-F238E27FC236}">
                <a16:creationId xmlns:a16="http://schemas.microsoft.com/office/drawing/2014/main" id="{4A3749AB-C065-8805-5DB3-B2B6037D958D}"/>
              </a:ext>
              <a:ext uri="{C183D7F6-B498-43B3-948B-1728B52AA6E4}">
                <adec:decorative xmlns:adec="http://schemas.microsoft.com/office/drawing/2017/decorative" val="1"/>
              </a:ext>
            </a:extLst>
          </p:cNvPr>
          <p:cNvSpPr/>
          <p:nvPr/>
        </p:nvSpPr>
        <p:spPr>
          <a:xfrm>
            <a:off x="4761780" y="0"/>
            <a:ext cx="7430220" cy="6858000"/>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33551"/>
            <a:ext cx="3836126" cy="1434662"/>
          </a:xfrm>
        </p:spPr>
        <p:txBody>
          <a:bodyPr vert="horz" lIns="91440" tIns="45720" rIns="91440" bIns="45720" rtlCol="0" anchor="b">
            <a:normAutofit/>
          </a:bodyPr>
          <a:lstStyle>
            <a:lvl1pPr>
              <a:defRPr lang="en-US"/>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57200" y="2413678"/>
            <a:ext cx="3836126" cy="3892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457200" y="6398016"/>
            <a:ext cx="1505607" cy="365125"/>
          </a:xfrm>
        </p:spPr>
        <p:txBody>
          <a:bodyPr/>
          <a:lstStyle/>
          <a:p>
            <a:fld id="{E8B55424-EBC7-46E1-8859-6D5273AFBC59}"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962807" y="6398016"/>
            <a:ext cx="2204852" cy="365125"/>
          </a:xfrm>
        </p:spPr>
        <p:txBody>
          <a:bodyPr/>
          <a:lstStyle>
            <a:lvl1pPr>
              <a:defRPr>
                <a:solidFill>
                  <a:schemeClr val="tx1"/>
                </a:solidFill>
                <a:effectLst/>
              </a:defRPr>
            </a:lvl1p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160345" y="6398016"/>
            <a:ext cx="512380" cy="365125"/>
          </a:xfrm>
        </p:spPr>
        <p:txBody>
          <a:bodyPr/>
          <a:lstStyle>
            <a:lvl1pPr>
              <a:defRPr>
                <a:solidFill>
                  <a:schemeClr val="tx1"/>
                </a:solidFill>
                <a:effectLst/>
              </a:defRPr>
            </a:lvl1pPr>
          </a:lstStyle>
          <a:p>
            <a:fld id="{CC057153-B650-4DEB-B370-79DDCFDCE934}" type="slidenum">
              <a:rPr lang="en-US" smtClean="0"/>
              <a:pPr/>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27189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E37833-A2C4-7FCB-8584-0EB3A49F1699}"/>
              </a:ext>
              <a:ext uri="{C183D7F6-B498-43B3-948B-1728B52AA6E4}">
                <adec:decorative xmlns:adec="http://schemas.microsoft.com/office/drawing/2017/decorative" val="1"/>
              </a:ext>
            </a:extLst>
          </p:cNvPr>
          <p:cNvSpPr/>
          <p:nvPr/>
        </p:nvSpPr>
        <p:spPr>
          <a:xfrm>
            <a:off x="0" y="0"/>
            <a:ext cx="7820774" cy="6858000"/>
          </a:xfrm>
          <a:prstGeom prst="rect">
            <a:avLst/>
          </a:prstGeom>
          <a:ln>
            <a:noFill/>
          </a:ln>
          <a:effectLst>
            <a:outerShdw blurRad="304800" dist="381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78992"/>
            <a:ext cx="3273552" cy="1942773"/>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820774" cy="685800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3188858"/>
            <a:ext cx="3273552" cy="2864469"/>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397586"/>
            <a:ext cx="1003659" cy="365125"/>
          </a:xfrm>
        </p:spPr>
        <p:txBody>
          <a:bodyPr/>
          <a:lstStyle>
            <a:lvl1pPr>
              <a:defRPr>
                <a:solidFill>
                  <a:schemeClr val="tx1"/>
                </a:solidFill>
                <a:effectLst/>
              </a:defRPr>
            </a:lvl1pPr>
          </a:lstStyle>
          <a:p>
            <a:fld id="{687E338B-BF3D-4703-A59F-B3957392DDB6}"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397586"/>
            <a:ext cx="2335165" cy="365125"/>
          </a:xfr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673470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B6CED154-A4D5-E707-22BD-0D80A9C97293}"/>
              </a:ext>
              <a:ext uri="{C183D7F6-B498-43B3-948B-1728B52AA6E4}">
                <adec:decorative xmlns:adec="http://schemas.microsoft.com/office/drawing/2017/decorative" val="1"/>
              </a:ext>
            </a:extLst>
          </p:cNvPr>
          <p:cNvSpPr/>
          <p:nvPr/>
        </p:nvSpPr>
        <p:spPr>
          <a:xfrm>
            <a:off x="0" y="1"/>
            <a:ext cx="12192000" cy="4635132"/>
          </a:xfrm>
          <a:prstGeom prst="rect">
            <a:avLst/>
          </a:prstGeom>
          <a:ln>
            <a:noFill/>
          </a:ln>
          <a:effectLst>
            <a:outerShdw blurRad="2540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5012268"/>
            <a:ext cx="4028615" cy="139033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12192000" cy="4635132"/>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8A38637-30A6-46A1-905D-C43BFC64E403}"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1028887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461C5781-4169-FC90-2551-F1D73FBC7AA7}"/>
              </a:ext>
              <a:ext uri="{C183D7F6-B498-43B3-948B-1728B52AA6E4}">
                <adec:decorative xmlns:adec="http://schemas.microsoft.com/office/drawing/2017/decorative" val="1"/>
              </a:ext>
            </a:extLst>
          </p:cNvPr>
          <p:cNvSpPr/>
          <p:nvPr/>
        </p:nvSpPr>
        <p:spPr>
          <a:xfrm>
            <a:off x="0" y="1"/>
            <a:ext cx="12192000" cy="3778270"/>
          </a:xfrm>
          <a:prstGeom prst="rect">
            <a:avLst/>
          </a:prstGeom>
          <a:ln>
            <a:noFill/>
          </a:ln>
          <a:effectLst>
            <a:outerShdw blurRad="228600" dist="50800" dir="5400000" sx="97000" sy="97000" algn="t"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162318"/>
            <a:ext cx="2953618" cy="20606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158015"/>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25DBAE6-5400-4DF5-8C4B-BBB4EE1BC900}"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59192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682B848B-B9C7-8732-7DEB-4C1970F465A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11128248" cy="524577"/>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1347108"/>
            <a:ext cx="6831915" cy="5510891"/>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62494" y="1804308"/>
            <a:ext cx="4251960" cy="4425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62494" y="6397586"/>
            <a:ext cx="961699" cy="365125"/>
          </a:xfrm>
        </p:spPr>
        <p:txBody>
          <a:bodyPr/>
          <a:lstStyle/>
          <a:p>
            <a:fld id="{0A184987-775C-414E-A434-6A26397CAAA1}"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797679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0" y="0"/>
            <a:ext cx="5586984"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57200"/>
            <a:ext cx="4482573"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2" y="2175642"/>
            <a:ext cx="4380271" cy="4124756"/>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FB7A35F-A8C8-4DA9-BE13-530FB142BCA4}" type="datetime1">
              <a:rPr lang="en-US" smtClean="0"/>
              <a:t>2/15/26</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974834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55112C-BE7C-E373-6111-176B47FC81A6}"/>
              </a:ext>
              <a:ext uri="{C183D7F6-B498-43B3-948B-1728B52AA6E4}">
                <adec:decorative xmlns:adec="http://schemas.microsoft.com/office/drawing/2017/decorative" val="1"/>
              </a:ext>
            </a:extLst>
          </p:cNvPr>
          <p:cNvSpPr/>
          <p:nvPr/>
        </p:nvSpPr>
        <p:spPr>
          <a:xfrm>
            <a:off x="-1" y="0"/>
            <a:ext cx="5584207" cy="6858000"/>
          </a:xfrm>
          <a:prstGeom prst="rect">
            <a:avLst/>
          </a:prstGeom>
          <a:solidFill>
            <a:schemeClr val="bg1"/>
          </a:solidFill>
          <a:ln>
            <a:noFill/>
          </a:ln>
          <a:effectLst>
            <a:outerShdw blurRad="228600" dist="38100" dir="5400000" sx="94000" sy="94000" algn="t" rotWithShape="0">
              <a:srgbClr val="00000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4380272"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2175642"/>
            <a:ext cx="5584206" cy="4682358"/>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1"/>
            <a:ext cx="5585925" cy="5875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397586"/>
            <a:ext cx="2228193" cy="365125"/>
          </a:xfrm>
        </p:spPr>
        <p:txBody>
          <a:bodyPr/>
          <a:lstStyle/>
          <a:p>
            <a:fld id="{2E427443-1453-43D2-A6BE-3418A0D36CD6}"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2937013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5809B3C-AC74-5DC3-09FA-57A871BE9AD3}"/>
              </a:ext>
              <a:ext uri="{C183D7F6-B498-43B3-948B-1728B52AA6E4}">
                <adec:decorative xmlns:adec="http://schemas.microsoft.com/office/drawing/2017/decorative" val="1"/>
              </a:ext>
            </a:extLst>
          </p:cNvPr>
          <p:cNvSpPr/>
          <p:nvPr/>
        </p:nvSpPr>
        <p:spPr>
          <a:xfrm>
            <a:off x="1" y="-1"/>
            <a:ext cx="4612921" cy="6858001"/>
          </a:xfrm>
          <a:prstGeom prst="rect">
            <a:avLst/>
          </a:prstGeom>
          <a:ln>
            <a:noFill/>
          </a:ln>
          <a:effectLst>
            <a:outerShdw blurRad="228600" dist="25400" dir="5400000" sx="94000" sy="94000" algn="t" rotWithShape="0">
              <a:srgbClr val="0000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5079" cy="1453896"/>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59503" y="2295144"/>
            <a:ext cx="3515063" cy="4005253"/>
          </a:xfrm>
          <a:blipFill>
            <a:blip r:embed="rId2">
              <a:alphaModFix amt="70000"/>
            </a:blip>
            <a:stretch>
              <a:fillRect/>
            </a:stretch>
          </a:blipFill>
        </p:spPr>
        <p:txBody>
          <a:bodyPr/>
          <a:lstStyle>
            <a:lvl1pPr marL="0" indent="0">
              <a:buNone/>
              <a:defRPr/>
            </a:lvl1pPr>
          </a:lstStyle>
          <a:p>
            <a:r>
              <a:rPr lang="en-US" dirty="0"/>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1EF4EFF-C2CF-47AD-8F36-4EE8C96E9290}" type="datetime1">
              <a:rPr lang="en-US" smtClean="0"/>
              <a:t>2/15/26</a:t>
            </a:fld>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3500" y="457200"/>
            <a:ext cx="6434138"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738077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E16C637-FAC3-7DF2-CC8F-FE7D220ADEB3}"/>
              </a:ext>
              <a:ext uri="{C183D7F6-B498-43B3-948B-1728B52AA6E4}">
                <adec:decorative xmlns:adec="http://schemas.microsoft.com/office/drawing/2017/decorative" val="1"/>
              </a:ext>
            </a:extLst>
          </p:cNvPr>
          <p:cNvSpPr/>
          <p:nvPr/>
        </p:nvSpPr>
        <p:spPr>
          <a:xfrm>
            <a:off x="1" y="0"/>
            <a:ext cx="8068234" cy="6858000"/>
          </a:xfrm>
          <a:prstGeom prst="rect">
            <a:avLst/>
          </a:prstGeom>
          <a:solidFill>
            <a:schemeClr val="bg1"/>
          </a:solidFill>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lumMod val="75000"/>
                </a:schemeClr>
              </a:solidFill>
            </a:endParaRPr>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8513064" y="1490472"/>
            <a:ext cx="3191256" cy="3886200"/>
          </a:xfrm>
        </p:spPr>
        <p:txBody>
          <a:bodyPr anchor="ctr">
            <a:normAutofit/>
          </a:bodyPr>
          <a:lstStyle>
            <a:lvl1pP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457200" y="1078992"/>
            <a:ext cx="7068312" cy="4709160"/>
          </a:xfrm>
        </p:spPr>
        <p:txBody>
          <a:bodyPr anchor="ctr">
            <a:normAutofit/>
          </a:bodyPr>
          <a:lstStyle>
            <a:lvl1pPr marL="0" indent="0" algn="ctr">
              <a:lnSpc>
                <a:spcPct val="90000"/>
              </a:lnSpc>
              <a:buNone/>
              <a:defRPr sz="225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4F8A6790-75BA-414B-8318-2A9AAE2CCA04}" type="datetime1">
              <a:rPr lang="en-US" smtClean="0"/>
              <a:t>2/15/26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803002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840E309F-AAB7-BC84-BA3D-1B758FB35CCC}"/>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202936"/>
            <a:ext cx="9738360" cy="1152144"/>
          </a:xfrm>
        </p:spPr>
        <p:txBody>
          <a:bodyPr anchor="ctr">
            <a:normAutofit/>
          </a:bodyPr>
          <a:lstStyle>
            <a:lvl1pPr algn="ctr">
              <a:lnSpc>
                <a:spcPct val="110000"/>
              </a:lnSpc>
              <a:defRPr sz="28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accent1"/>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p>
            <a:fld id="{A7207974-E5D4-4A20-A93A-AE6E2A45EC40}" type="datetime1">
              <a:rPr lang="en-US" smtClean="0"/>
              <a:t>2/15/26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90952203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Number Lar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DFEE4E-D15F-E3E3-4D23-B7EF7744FFDB}"/>
              </a:ext>
            </a:extLst>
          </p:cNvPr>
          <p:cNvSpPr/>
          <p:nvPr/>
        </p:nvSpPr>
        <p:spPr>
          <a:xfrm>
            <a:off x="0" y="4939392"/>
            <a:ext cx="12192000" cy="1918607"/>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12B57A-5AF8-8EF0-32CC-A60A2FCCA442}"/>
              </a:ext>
            </a:extLst>
          </p:cNvPr>
          <p:cNvSpPr>
            <a:spLocks noGrp="1"/>
          </p:cNvSpPr>
          <p:nvPr>
            <p:ph type="title"/>
          </p:nvPr>
        </p:nvSpPr>
        <p:spPr>
          <a:xfrm>
            <a:off x="1225296" y="5321808"/>
            <a:ext cx="9738360" cy="1152144"/>
          </a:xfrm>
        </p:spPr>
        <p:txBody>
          <a:bodyPr anchor="ctr">
            <a:normAutofit/>
          </a:bodyPr>
          <a:lstStyle>
            <a:lvl1pPr algn="ctr">
              <a:lnSpc>
                <a:spcPct val="110000"/>
              </a:lnSpc>
              <a:defRPr sz="2800">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EC150EA-B3AC-0583-FF59-664CCE07E947}"/>
              </a:ext>
            </a:extLst>
          </p:cNvPr>
          <p:cNvSpPr>
            <a:spLocks noGrp="1"/>
          </p:cNvSpPr>
          <p:nvPr>
            <p:ph sz="quarter" idx="13" hasCustomPrompt="1"/>
          </p:nvPr>
        </p:nvSpPr>
        <p:spPr>
          <a:xfrm>
            <a:off x="822960" y="676656"/>
            <a:ext cx="10543032" cy="3675888"/>
          </a:xfrm>
        </p:spPr>
        <p:txBody>
          <a:bodyPr anchor="b">
            <a:normAutofit/>
          </a:bodyPr>
          <a:lstStyle>
            <a:lvl1pPr marL="0" indent="0" algn="ctr">
              <a:lnSpc>
                <a:spcPct val="90000"/>
              </a:lnSpc>
              <a:buNone/>
              <a:defRPr sz="23200">
                <a:solidFill>
                  <a:schemeClr val="tx2"/>
                </a:solidFill>
              </a:defRPr>
            </a:lvl1pPr>
          </a:lstStyle>
          <a:p>
            <a:pPr lvl="0"/>
            <a:r>
              <a:rPr lang="en-US" dirty="0"/>
              <a:t>##%</a:t>
            </a:r>
          </a:p>
        </p:txBody>
      </p:sp>
      <p:sp>
        <p:nvSpPr>
          <p:cNvPr id="3" name="Date Placeholder 2">
            <a:extLst>
              <a:ext uri="{FF2B5EF4-FFF2-40B4-BE49-F238E27FC236}">
                <a16:creationId xmlns:a16="http://schemas.microsoft.com/office/drawing/2014/main" id="{14E54E3B-6896-DB25-3CE5-508BA2AF4BCB}"/>
              </a:ext>
            </a:extLst>
          </p:cNvPr>
          <p:cNvSpPr>
            <a:spLocks noGrp="1"/>
          </p:cNvSpPr>
          <p:nvPr>
            <p:ph type="dt" sz="half" idx="10"/>
          </p:nvPr>
        </p:nvSpPr>
        <p:spPr/>
        <p:txBody>
          <a:bodyPr/>
          <a:lstStyle>
            <a:lvl1pPr>
              <a:defRPr>
                <a:solidFill>
                  <a:schemeClr val="bg1"/>
                </a:solidFill>
              </a:defRPr>
            </a:lvl1pPr>
          </a:lstStyle>
          <a:p>
            <a:fld id="{48B62F48-34F7-4906-AB1E-DB67FF6A62C8}" type="datetime1">
              <a:rPr lang="en-US" smtClean="0"/>
              <a:t>2/15/26</a:t>
            </a:fld>
            <a:endParaRPr lang="en-US"/>
          </a:p>
        </p:txBody>
      </p:sp>
      <p:sp>
        <p:nvSpPr>
          <p:cNvPr id="4" name="Footer Placeholder 3">
            <a:extLst>
              <a:ext uri="{FF2B5EF4-FFF2-40B4-BE49-F238E27FC236}">
                <a16:creationId xmlns:a16="http://schemas.microsoft.com/office/drawing/2014/main" id="{945F8CBA-49FB-D90D-DFD0-9B5213A65574}"/>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5" name="Slide Number Placeholder 4">
            <a:extLst>
              <a:ext uri="{FF2B5EF4-FFF2-40B4-BE49-F238E27FC236}">
                <a16:creationId xmlns:a16="http://schemas.microsoft.com/office/drawing/2014/main" id="{1429D571-ECED-7C02-93F2-7A94DE270319}"/>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7690993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19864DF-9848-D6C8-9258-3A5CE47778FD}"/>
              </a:ext>
              <a:ext uri="{C183D7F6-B498-43B3-948B-1728B52AA6E4}">
                <adec:decorative xmlns:adec="http://schemas.microsoft.com/office/drawing/2017/decorative" val="1"/>
              </a:ext>
            </a:extLst>
          </p:cNvPr>
          <p:cNvSpPr/>
          <p:nvPr/>
        </p:nvSpPr>
        <p:spPr>
          <a:xfrm>
            <a:off x="-18907" y="0"/>
            <a:ext cx="9039922" cy="6858000"/>
          </a:xfrm>
          <a:prstGeom prst="rect">
            <a:avLst/>
          </a:prstGeom>
          <a:solidFill>
            <a:schemeClr val="bg1"/>
          </a:solidFill>
          <a:ln>
            <a:noFill/>
          </a:ln>
          <a:effectLst>
            <a:outerShdw blurRad="368300" dist="63500" dir="5400000" sx="97000" sy="97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17786"/>
            <a:ext cx="7811814" cy="5478517"/>
          </a:xfrm>
        </p:spPr>
        <p:txBody>
          <a:bodyPr anchor="t">
            <a:normAutofit/>
          </a:bodyPr>
          <a:lstStyle>
            <a:lvl1pPr marL="0" indent="0">
              <a:lnSpc>
                <a:spcPct val="100000"/>
              </a:lnSpc>
              <a:buNone/>
              <a:defRPr sz="5400" b="0">
                <a:solidFill>
                  <a:schemeClr val="tx2"/>
                </a:solidFill>
              </a:defRPr>
            </a:lvl1pPr>
            <a:lvl2pPr marL="228600" indent="0">
              <a:lnSpc>
                <a:spcPct val="100000"/>
              </a:lnSpc>
              <a:buNone/>
              <a:defRPr sz="4800" b="0">
                <a:solidFill>
                  <a:schemeClr val="tx2"/>
                </a:solidFill>
              </a:defRPr>
            </a:lvl2pPr>
            <a:lvl3pPr marL="457200" indent="0">
              <a:lnSpc>
                <a:spcPct val="100000"/>
              </a:lnSpc>
              <a:buNone/>
              <a:defRPr sz="4400" b="0">
                <a:solidFill>
                  <a:schemeClr val="tx2"/>
                </a:solidFill>
              </a:defRPr>
            </a:lvl3pPr>
            <a:lvl4pPr marL="685800" indent="0">
              <a:lnSpc>
                <a:spcPct val="100000"/>
              </a:lnSpc>
              <a:buNone/>
              <a:defRPr sz="4000" b="0">
                <a:solidFill>
                  <a:schemeClr val="tx2"/>
                </a:solidFill>
              </a:defRPr>
            </a:lvl4pPr>
            <a:lvl5pPr marL="914400" indent="0">
              <a:lnSpc>
                <a:spcPct val="100000"/>
              </a:lnSpc>
              <a:buNone/>
              <a:defRPr sz="3600" b="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60EF676-3A05-40A6-B180-72322A5ACAD8}" type="datetime1">
              <a:rPr lang="en-US" smtClean="0"/>
              <a:t>2/15/26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2"/>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1451060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accent1"/>
                </a:solidFill>
              </a:defRPr>
            </a:lvl1pPr>
            <a:lvl2pPr marL="228600" indent="0">
              <a:lnSpc>
                <a:spcPct val="100000"/>
              </a:lnSpc>
              <a:buNone/>
              <a:defRPr sz="4400" b="1">
                <a:solidFill>
                  <a:schemeClr val="accent1"/>
                </a:solidFill>
              </a:defRPr>
            </a:lvl2pPr>
            <a:lvl3pPr marL="457200" indent="0">
              <a:lnSpc>
                <a:spcPct val="100000"/>
              </a:lnSpc>
              <a:buNone/>
              <a:defRPr sz="4000" b="1">
                <a:solidFill>
                  <a:schemeClr val="accent1"/>
                </a:solidFill>
              </a:defRPr>
            </a:lvl3pPr>
            <a:lvl4pPr marL="685800" indent="0">
              <a:lnSpc>
                <a:spcPct val="100000"/>
              </a:lnSpc>
              <a:buNone/>
              <a:defRPr sz="3600" b="1">
                <a:solidFill>
                  <a:schemeClr val="accent1"/>
                </a:solidFill>
              </a:defRPr>
            </a:lvl4pPr>
            <a:lvl5pPr marL="914400" indent="0">
              <a:lnSpc>
                <a:spcPct val="100000"/>
              </a:lnSpc>
              <a:buNone/>
              <a:defRPr sz="3200" b="1">
                <a:solidFill>
                  <a:schemeClr val="accent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90933F6-6BEC-43B7-8100-A475DA47F46D}" type="datetime1">
              <a:rPr lang="en-US" smtClean="0"/>
              <a:t>2/15/26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7751849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Statement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199" y="1929384"/>
            <a:ext cx="8421625" cy="4142232"/>
          </a:xfrm>
        </p:spPr>
        <p:txBody>
          <a:bodyPr anchor="b">
            <a:normAutofit/>
          </a:bodyPr>
          <a:lstStyle>
            <a:lvl1pPr marL="0" indent="0">
              <a:lnSpc>
                <a:spcPct val="100000"/>
              </a:lnSpc>
              <a:buNone/>
              <a:defRPr sz="5000" b="1">
                <a:solidFill>
                  <a:schemeClr val="tx1"/>
                </a:solidFill>
              </a:defRPr>
            </a:lvl1pPr>
            <a:lvl2pPr marL="228600" indent="0">
              <a:lnSpc>
                <a:spcPct val="100000"/>
              </a:lnSpc>
              <a:buNone/>
              <a:defRPr sz="4400" b="1">
                <a:solidFill>
                  <a:schemeClr val="tx1"/>
                </a:solidFill>
              </a:defRPr>
            </a:lvl2pPr>
            <a:lvl3pPr marL="457200" indent="0">
              <a:lnSpc>
                <a:spcPct val="100000"/>
              </a:lnSpc>
              <a:buNone/>
              <a:defRPr sz="4000" b="1">
                <a:solidFill>
                  <a:schemeClr val="tx1"/>
                </a:solidFill>
              </a:defRPr>
            </a:lvl3pPr>
            <a:lvl4pPr marL="685800" indent="0">
              <a:lnSpc>
                <a:spcPct val="100000"/>
              </a:lnSpc>
              <a:buNone/>
              <a:defRPr sz="3600" b="1">
                <a:solidFill>
                  <a:schemeClr val="tx1"/>
                </a:solidFill>
              </a:defRPr>
            </a:lvl4pPr>
            <a:lvl5pPr marL="914400" indent="0">
              <a:lnSpc>
                <a:spcPct val="100000"/>
              </a:lnSpc>
              <a:buNone/>
              <a:defRPr sz="32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AE38DC96-A184-437F-B9D7-7C48236B62EE}" type="datetime1">
              <a:rPr lang="en-US" smtClean="0"/>
              <a:t>2/15/26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826402652"/>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518799" y="5592286"/>
            <a:ext cx="9288461" cy="612820"/>
          </a:xfrm>
        </p:spPr>
        <p:txBody>
          <a:bodyPr anchor="ctr">
            <a:normAutofit/>
          </a:bodyPr>
          <a:lstStyle>
            <a:lvl1pPr>
              <a:lnSpc>
                <a:spcPct val="120000"/>
              </a:lnSpc>
              <a:defRPr sz="2200"/>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334073" y="706213"/>
            <a:ext cx="9473188" cy="3526970"/>
          </a:xfrm>
        </p:spPr>
        <p:txBody>
          <a:bodyPr anchor="ctr">
            <a:normAutofit/>
          </a:bodyPr>
          <a:lstStyle>
            <a:lvl1pPr marL="173736" indent="-173736">
              <a:lnSpc>
                <a:spcPct val="100000"/>
              </a:lnSpc>
              <a:buNone/>
              <a:defRPr sz="5400">
                <a:solidFill>
                  <a:schemeClr val="accent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F56E31BB-E6D8-4FC3-85ED-2E82AF5557ED}" type="datetime1">
              <a:rPr lang="en-US" smtClean="0"/>
              <a:t>2/15/26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119587358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2">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88044ED-5E9D-7194-BECA-3B3CCEF31AFB}"/>
              </a:ext>
              <a:ext uri="{C183D7F6-B498-43B3-948B-1728B52AA6E4}">
                <adec:decorative xmlns:adec="http://schemas.microsoft.com/office/drawing/2017/decorative" val="1"/>
              </a:ext>
            </a:extLst>
          </p:cNvPr>
          <p:cNvSpPr/>
          <p:nvPr/>
        </p:nvSpPr>
        <p:spPr>
          <a:xfrm>
            <a:off x="1" y="0"/>
            <a:ext cx="12191999" cy="4939393"/>
          </a:xfrm>
          <a:prstGeom prst="rect">
            <a:avLst/>
          </a:prstGeom>
          <a:ln>
            <a:noFill/>
          </a:ln>
          <a:effectLst>
            <a:outerShdw blurRad="304800" dist="508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603504" y="5522976"/>
            <a:ext cx="8970264" cy="758952"/>
          </a:xfrm>
        </p:spPr>
        <p:txBody>
          <a:bodyPr anchor="ctr">
            <a:normAutofit/>
          </a:bodyPr>
          <a:lstStyle>
            <a:lvl1pPr>
              <a:lnSpc>
                <a:spcPct val="120000"/>
              </a:lnSpc>
              <a:defRPr sz="2200" b="1">
                <a:solidFill>
                  <a:schemeClr val="accent1"/>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457200" y="493776"/>
            <a:ext cx="9116568" cy="3785616"/>
          </a:xfrm>
        </p:spPr>
        <p:txBody>
          <a:bodyPr anchor="t">
            <a:normAutofit/>
          </a:bodyPr>
          <a:lstStyle>
            <a:lvl1pPr marL="173736" indent="-173736">
              <a:lnSpc>
                <a:spcPct val="100000"/>
              </a:lnSpc>
              <a:buNone/>
              <a:defRPr sz="4400">
                <a:solidFill>
                  <a:schemeClr val="tx2"/>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E1D0B44A-3E31-40DB-9C1C-EA37B8CF3D29}" type="datetime1">
              <a:rPr lang="en-US" smtClean="0"/>
              <a:t>2/15/26</a:t>
            </a:fld>
            <a:endParaRPr lang="en-US"/>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394678438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Quote 3">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C66A-C0BD-2A7E-C00B-2DB0DFCFA704}"/>
              </a:ext>
            </a:extLst>
          </p:cNvPr>
          <p:cNvSpPr>
            <a:spLocks noGrp="1"/>
          </p:cNvSpPr>
          <p:nvPr>
            <p:ph type="title" hasCustomPrompt="1"/>
          </p:nvPr>
        </p:nvSpPr>
        <p:spPr>
          <a:xfrm>
            <a:off x="1645920" y="5349240"/>
            <a:ext cx="9125712" cy="466344"/>
          </a:xfrm>
        </p:spPr>
        <p:txBody>
          <a:bodyPr anchor="ctr">
            <a:normAutofit/>
          </a:bodyPr>
          <a:lstStyle>
            <a:lvl1pPr>
              <a:lnSpc>
                <a:spcPct val="120000"/>
              </a:lnSpc>
              <a:defRPr sz="2200" b="1">
                <a:solidFill>
                  <a:schemeClr val="accent1">
                    <a:lumMod val="40000"/>
                    <a:lumOff val="60000"/>
                  </a:schemeClr>
                </a:solidFill>
              </a:defRPr>
            </a:lvl1pPr>
          </a:lstStyle>
          <a:p>
            <a:r>
              <a:rPr lang="en-US" dirty="0"/>
              <a:t>Quote Author</a:t>
            </a:r>
          </a:p>
        </p:txBody>
      </p:sp>
      <p:sp>
        <p:nvSpPr>
          <p:cNvPr id="6" name="Content Placeholder 5">
            <a:extLst>
              <a:ext uri="{FF2B5EF4-FFF2-40B4-BE49-F238E27FC236}">
                <a16:creationId xmlns:a16="http://schemas.microsoft.com/office/drawing/2014/main" id="{D0E101DD-071D-875F-2EFE-1B5F7F94E90B}"/>
              </a:ext>
            </a:extLst>
          </p:cNvPr>
          <p:cNvSpPr>
            <a:spLocks noGrp="1"/>
          </p:cNvSpPr>
          <p:nvPr>
            <p:ph sz="quarter" idx="13" hasCustomPrompt="1"/>
          </p:nvPr>
        </p:nvSpPr>
        <p:spPr>
          <a:xfrm>
            <a:off x="1499616" y="1344168"/>
            <a:ext cx="9272016" cy="3291840"/>
          </a:xfrm>
        </p:spPr>
        <p:txBody>
          <a:bodyPr anchor="ctr">
            <a:normAutofit/>
          </a:bodyPr>
          <a:lstStyle>
            <a:lvl1pPr marL="155448" indent="-155448">
              <a:lnSpc>
                <a:spcPct val="100000"/>
              </a:lnSpc>
              <a:spcBef>
                <a:spcPts val="0"/>
              </a:spcBef>
              <a:buNone/>
              <a:defRPr sz="4000">
                <a:solidFill>
                  <a:schemeClr val="tx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edit Quote</a:t>
            </a:r>
          </a:p>
        </p:txBody>
      </p:sp>
      <p:sp>
        <p:nvSpPr>
          <p:cNvPr id="3" name="Date Placeholder 2">
            <a:extLst>
              <a:ext uri="{FF2B5EF4-FFF2-40B4-BE49-F238E27FC236}">
                <a16:creationId xmlns:a16="http://schemas.microsoft.com/office/drawing/2014/main" id="{56EC3402-09CE-02D1-1430-5F8B461337BA}"/>
              </a:ext>
            </a:extLst>
          </p:cNvPr>
          <p:cNvSpPr>
            <a:spLocks noGrp="1"/>
          </p:cNvSpPr>
          <p:nvPr>
            <p:ph type="dt" sz="half" idx="10"/>
          </p:nvPr>
        </p:nvSpPr>
        <p:spPr/>
        <p:txBody>
          <a:bodyPr/>
          <a:lstStyle/>
          <a:p>
            <a:fld id="{930C5EF5-452C-4906-9430-46AFA6914090}" type="datetime1">
              <a:rPr lang="en-US" smtClean="0"/>
              <a:t>2/15/26</a:t>
            </a:fld>
            <a:endParaRPr lang="en-US" dirty="0"/>
          </a:p>
        </p:txBody>
      </p:sp>
      <p:sp>
        <p:nvSpPr>
          <p:cNvPr id="4" name="Footer Placeholder 3">
            <a:extLst>
              <a:ext uri="{FF2B5EF4-FFF2-40B4-BE49-F238E27FC236}">
                <a16:creationId xmlns:a16="http://schemas.microsoft.com/office/drawing/2014/main" id="{50A1E84E-4052-C573-9A98-749E34E1025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52975E38-B7A2-CB8F-C4CD-E2DC374D404B}"/>
              </a:ext>
            </a:extLst>
          </p:cNvPr>
          <p:cNvSpPr>
            <a:spLocks noGrp="1"/>
          </p:cNvSpPr>
          <p:nvPr>
            <p:ph type="sldNum" sz="quarter" idx="12"/>
          </p:nvPr>
        </p:nvSpPr>
        <p:spPr/>
        <p:txBody>
          <a:bodyPr/>
          <a:lstStyle/>
          <a:p>
            <a:fld id="{CC057153-B650-4DEB-B370-79DDCFDCE934}" type="slidenum">
              <a:rPr lang="en-US" smtClean="0"/>
              <a:pPr/>
              <a:t>‹#›</a:t>
            </a:fld>
            <a:endParaRPr lang="en-US"/>
          </a:p>
        </p:txBody>
      </p:sp>
    </p:spTree>
    <p:extLst>
      <p:ext uri="{BB962C8B-B14F-4D97-AF65-F5344CB8AC3E}">
        <p14:creationId xmlns:p14="http://schemas.microsoft.com/office/powerpoint/2010/main" val="4165141039"/>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26E94611-9B68-3A55-1A34-78D9B5624A62}"/>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032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8" y="457200"/>
            <a:ext cx="10896601" cy="693682"/>
          </a:xfrm>
        </p:spPr>
        <p:txBody>
          <a:bodyPr anchor="t"/>
          <a:lstStyle/>
          <a:p>
            <a:r>
              <a:rPr lang="en-US"/>
              <a:t>Click to edit Master title style</a:t>
            </a:r>
            <a:endParaRPr lang="en-US" dirty="0"/>
          </a:p>
        </p:txBody>
      </p:sp>
      <p:sp>
        <p:nvSpPr>
          <p:cNvPr id="12" name="Content Placeholder 11">
            <a:extLst>
              <a:ext uri="{FF2B5EF4-FFF2-40B4-BE49-F238E27FC236}">
                <a16:creationId xmlns:a16="http://schemas.microsoft.com/office/drawing/2014/main" id="{F459E97E-8FC7-B733-70B9-149BF8E5673B}"/>
              </a:ext>
            </a:extLst>
          </p:cNvPr>
          <p:cNvSpPr>
            <a:spLocks noGrp="1"/>
          </p:cNvSpPr>
          <p:nvPr>
            <p:ph sz="quarter" idx="15"/>
          </p:nvPr>
        </p:nvSpPr>
        <p:spPr>
          <a:xfrm>
            <a:off x="457200" y="1801813"/>
            <a:ext cx="5184775"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3">
            <a:extLst>
              <a:ext uri="{FF2B5EF4-FFF2-40B4-BE49-F238E27FC236}">
                <a16:creationId xmlns:a16="http://schemas.microsoft.com/office/drawing/2014/main" id="{8138CB4F-4B83-4189-07B7-090705EAE731}"/>
              </a:ext>
            </a:extLst>
          </p:cNvPr>
          <p:cNvSpPr>
            <a:spLocks noGrp="1"/>
          </p:cNvSpPr>
          <p:nvPr>
            <p:ph sz="quarter" idx="16"/>
          </p:nvPr>
        </p:nvSpPr>
        <p:spPr>
          <a:xfrm>
            <a:off x="6172200" y="1801813"/>
            <a:ext cx="5181600" cy="453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C7A8A9E-6014-4EAF-AF8C-DE506112FCE3}" type="datetime1">
              <a:rPr lang="en-US" smtClean="0"/>
              <a:t>2/15/26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770834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19884ADE-F00C-2AA5-CD3A-1CBC4D425BFF}"/>
              </a:ext>
              <a:ext uri="{C183D7F6-B498-43B3-948B-1728B52AA6E4}">
                <adec:decorative xmlns:adec="http://schemas.microsoft.com/office/drawing/2017/decorative" val="1"/>
              </a:ext>
            </a:extLst>
          </p:cNvPr>
          <p:cNvSpPr/>
          <p:nvPr/>
        </p:nvSpPr>
        <p:spPr>
          <a:xfrm>
            <a:off x="0" y="-1"/>
            <a:ext cx="12191999" cy="1347109"/>
          </a:xfrm>
          <a:prstGeom prst="rect">
            <a:avLst/>
          </a:prstGeom>
          <a:ln>
            <a:noFill/>
          </a:ln>
          <a:effectLst>
            <a:outerShdw blurRad="215900" dist="25400" dir="5400000" sx="93000" sy="93000" algn="t" rotWithShape="0">
              <a:srgbClr val="000000">
                <a:alpha val="1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199" y="457201"/>
            <a:ext cx="10898189" cy="693682"/>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04308"/>
            <a:ext cx="518464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F6CC536-A5EA-3E8E-C528-86BFE808AB6A}"/>
              </a:ext>
            </a:extLst>
          </p:cNvPr>
          <p:cNvSpPr>
            <a:spLocks noGrp="1"/>
          </p:cNvSpPr>
          <p:nvPr>
            <p:ph sz="quarter" idx="15"/>
          </p:nvPr>
        </p:nvSpPr>
        <p:spPr>
          <a:xfrm>
            <a:off x="457200" y="2479675"/>
            <a:ext cx="5184775" cy="3856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804308"/>
            <a:ext cx="5183188" cy="534033"/>
          </a:xfrm>
        </p:spPr>
        <p:txBody>
          <a:bodyPr anchor="b">
            <a:normAutofit/>
          </a:bodyPr>
          <a:lstStyle>
            <a:lvl1pPr marL="0" indent="0">
              <a:lnSpc>
                <a:spcPct val="90000"/>
              </a:lnSpc>
              <a:buNone/>
              <a:defRPr sz="1800" b="1" cap="all" spc="15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15">
            <a:extLst>
              <a:ext uri="{FF2B5EF4-FFF2-40B4-BE49-F238E27FC236}">
                <a16:creationId xmlns:a16="http://schemas.microsoft.com/office/drawing/2014/main" id="{168B3863-5AFD-7644-B21D-D6057B97D829}"/>
              </a:ext>
            </a:extLst>
          </p:cNvPr>
          <p:cNvSpPr>
            <a:spLocks noGrp="1"/>
          </p:cNvSpPr>
          <p:nvPr>
            <p:ph sz="quarter" idx="16"/>
          </p:nvPr>
        </p:nvSpPr>
        <p:spPr>
          <a:xfrm>
            <a:off x="6172200" y="2479675"/>
            <a:ext cx="5183188" cy="3854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D7B17D5E-8A79-4DD3-BE13-DF14ED636E04}" type="datetime1">
              <a:rPr lang="en-US" smtClean="0"/>
              <a:t>2/15/26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3825818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0"/>
            <a:ext cx="10809026" cy="1132258"/>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A9CCB83-67C0-4146-80A2-38BF8BF923CD}" type="datetime1">
              <a:rPr lang="en-US" smtClean="0"/>
              <a:t>2/15/26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649691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58AEF15-3690-448A-9A10-B99AE5FD6247}" type="datetime1">
              <a:rPr lang="en-US" smtClean="0"/>
              <a:t>2/15/26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91745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45E2D00-4497-60C5-E8FC-FA83BE12E58E}"/>
              </a:ext>
              <a:ext uri="{C183D7F6-B498-43B3-948B-1728B52AA6E4}">
                <adec:decorative xmlns:adec="http://schemas.microsoft.com/office/drawing/2017/decorative" val="1"/>
              </a:ext>
            </a:extLst>
          </p:cNvPr>
          <p:cNvSpPr/>
          <p:nvPr/>
        </p:nvSpPr>
        <p:spPr>
          <a:xfrm>
            <a:off x="1" y="-2"/>
            <a:ext cx="4604129" cy="6858001"/>
          </a:xfrm>
          <a:prstGeom prst="rect">
            <a:avLst/>
          </a:prstGeom>
          <a:solidFill>
            <a:schemeClr val="bg1"/>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199" y="457200"/>
            <a:ext cx="3657601" cy="175750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199" y="2585544"/>
            <a:ext cx="3657601" cy="3675231"/>
          </a:xfrm>
        </p:spPr>
        <p:txBody>
          <a:bodyPr anchor="b">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457201"/>
            <a:ext cx="6440258" cy="585152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36229EA-0834-493E-B1B3-967EBDB83C2A}" type="datetime1">
              <a:rPr lang="en-US" smtClean="0"/>
              <a:t>2/15/26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96599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4FBFB14-839E-7A12-0510-8689D86E6846}"/>
              </a:ext>
              <a:ext uri="{C183D7F6-B498-43B3-948B-1728B52AA6E4}">
                <adec:decorative xmlns:adec="http://schemas.microsoft.com/office/drawing/2017/decorative" val="1"/>
              </a:ext>
            </a:extLst>
          </p:cNvPr>
          <p:cNvSpPr/>
          <p:nvPr/>
        </p:nvSpPr>
        <p:spPr>
          <a:xfrm>
            <a:off x="4605423" y="0"/>
            <a:ext cx="7586578" cy="6858000"/>
          </a:xfrm>
          <a:prstGeom prst="rect">
            <a:avLst/>
          </a:prstGeom>
          <a:solidFill>
            <a:schemeClr val="bg1"/>
          </a:solidFill>
          <a:ln>
            <a:noFill/>
          </a:ln>
          <a:effectLst>
            <a:outerShdw blurRad="228600" dist="25400" dir="5400000" sx="97000" sy="97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199" y="457200"/>
            <a:ext cx="3688868" cy="221231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72823" y="2826137"/>
            <a:ext cx="367350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0CF1A882-A300-45C5-B296-61F099B2F728}" type="datetime1">
              <a:rPr lang="en-US" smtClean="0"/>
              <a:t>2/15/26</a:t>
            </a:fld>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63207" y="557785"/>
            <a:ext cx="6471008" cy="5742430"/>
          </a:xfrm>
          <a:blipFill>
            <a:blip r:embed="rId2">
              <a:alphaModFix amt="70000"/>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566311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2655738-04DB-F8B9-B985-BD4FFF625D43}"/>
              </a:ext>
              <a:ext uri="{C183D7F6-B498-43B3-948B-1728B52AA6E4}">
                <adec:decorative xmlns:adec="http://schemas.microsoft.com/office/drawing/2017/decorative" val="1"/>
              </a:ext>
            </a:extLst>
          </p:cNvPr>
          <p:cNvSpPr/>
          <p:nvPr/>
        </p:nvSpPr>
        <p:spPr>
          <a:xfrm>
            <a:off x="1" y="-5418"/>
            <a:ext cx="12191999" cy="2583080"/>
          </a:xfrm>
          <a:prstGeom prst="rect">
            <a:avLst/>
          </a:prstGeom>
          <a:solidFill>
            <a:schemeClr val="bg1">
              <a:alpha val="50000"/>
            </a:schemeClr>
          </a:solidFill>
          <a:ln>
            <a:noFill/>
          </a:ln>
          <a:effectLst>
            <a:outerShdw blurRad="228600" dist="25400" dir="5400000" sx="94000" sy="94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835572"/>
            <a:ext cx="10894348" cy="1434662"/>
          </a:xfrm>
        </p:spPr>
        <p:txBody>
          <a:bodyPr anchor="b">
            <a:norm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61044" y="3593592"/>
            <a:ext cx="10890504" cy="2743200"/>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B303336-736F-4DC6-8BCC-19A34886AFBB}"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3933953646"/>
      </p:ext>
    </p:extLst>
  </p:cSld>
  <p:clrMapOvr>
    <a:overrideClrMapping bg1="dk1" tx1="lt1" bg2="dk2" tx2="lt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D936B30-203F-4712-8AB4-D6468F071EE8}"/>
              </a:ext>
              <a:ext uri="{C183D7F6-B498-43B3-948B-1728B52AA6E4}">
                <adec:decorative xmlns:adec="http://schemas.microsoft.com/office/drawing/2017/decorative" val="1"/>
              </a:ext>
            </a:extLst>
          </p:cNvPr>
          <p:cNvSpPr/>
          <p:nvPr/>
        </p:nvSpPr>
        <p:spPr>
          <a:xfrm>
            <a:off x="1" y="-24264"/>
            <a:ext cx="12191999" cy="4299183"/>
          </a:xfrm>
          <a:prstGeom prst="rect">
            <a:avLst/>
          </a:prstGeom>
          <a:solidFill>
            <a:schemeClr val="bg1"/>
          </a:solidFill>
          <a:ln>
            <a:noFill/>
          </a:ln>
          <a:effectLst>
            <a:outerShdw blurRad="254000" dist="25400" dir="5400000" sx="96000" sy="96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01111"/>
            <a:ext cx="8430767" cy="2940268"/>
          </a:xfrm>
        </p:spPr>
        <p:txBody>
          <a:bodyPr anchor="b">
            <a:normAutofit/>
          </a:bodyPr>
          <a:lstStyle>
            <a:lvl1pPr>
              <a:defRPr sz="600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4696445"/>
            <a:ext cx="8430639" cy="1279615"/>
          </a:xfrm>
        </p:spPr>
        <p:txBody>
          <a:bodyPr>
            <a:normAutofit/>
          </a:bodyPr>
          <a:lstStyle>
            <a:lvl1pPr marL="0" indent="0">
              <a:buNone/>
              <a:defRPr sz="2400">
                <a:solidFill>
                  <a:schemeClr val="tx2"/>
                </a:solidFill>
              </a:defRPr>
            </a:lvl1pPr>
            <a:lvl2pPr marL="228600" indent="0">
              <a:buNone/>
              <a:defRPr sz="2000">
                <a:solidFill>
                  <a:schemeClr val="tx2"/>
                </a:solidFill>
              </a:defRPr>
            </a:lvl2pPr>
            <a:lvl3pPr marL="457200" indent="0">
              <a:buNone/>
              <a:defRPr sz="1800">
                <a:solidFill>
                  <a:schemeClr val="tx2"/>
                </a:solidFill>
              </a:defRPr>
            </a:lvl3pPr>
            <a:lvl4pPr marL="685800" indent="0">
              <a:buNone/>
              <a:defRPr sz="1600">
                <a:solidFill>
                  <a:schemeClr val="tx2"/>
                </a:solidFill>
              </a:defRPr>
            </a:lvl4pPr>
            <a:lvl5pPr marL="914400" indent="0">
              <a:buNone/>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22EB525-A897-439A-8E04-7CB2CC010758}" type="datetime1">
              <a:rPr lang="en-US" smtClean="0"/>
              <a:t>2/15/26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85318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tint">
            <a:extLst>
              <a:ext uri="{FF2B5EF4-FFF2-40B4-BE49-F238E27FC236}">
                <a16:creationId xmlns:a16="http://schemas.microsoft.com/office/drawing/2014/main" id="{F3CE03C6-DBD5-2C9E-3C9A-B3B83F63A567}"/>
              </a:ext>
              <a:ext uri="{C183D7F6-B498-43B3-948B-1728B52AA6E4}">
                <adec:decorative xmlns:adec="http://schemas.microsoft.com/office/drawing/2017/decorative" val="1"/>
              </a:ext>
            </a:extLst>
          </p:cNvPr>
          <p:cNvSpPr/>
          <p:nvPr/>
        </p:nvSpPr>
        <p:spPr>
          <a:xfrm>
            <a:off x="0" y="0"/>
            <a:ext cx="12188952"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0"/>
            <a:ext cx="10809026" cy="97020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1" y="1595301"/>
            <a:ext cx="10809026" cy="47140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57199" y="6397586"/>
            <a:ext cx="4043855" cy="365125"/>
          </a:xfrm>
          <a:prstGeom prst="rect">
            <a:avLst/>
          </a:prstGeom>
        </p:spPr>
        <p:txBody>
          <a:bodyPr vert="horz" lIns="91440" tIns="45720" rIns="91440" bIns="45720" rtlCol="0" anchor="ctr"/>
          <a:lstStyle>
            <a:lvl1pPr algn="l">
              <a:defRPr sz="900">
                <a:solidFill>
                  <a:schemeClr val="tx2"/>
                </a:solidFill>
              </a:defRPr>
            </a:lvl1pPr>
          </a:lstStyle>
          <a:p>
            <a:fld id="{A2CB6EF1-C97E-4439-84B9-F600DFD8C04B}" type="datetime1">
              <a:rPr lang="en-US" smtClean="0"/>
              <a:t>2/15/26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324193" y="6397586"/>
            <a:ext cx="3238130" cy="365125"/>
          </a:xfrm>
          <a:prstGeom prst="rect">
            <a:avLst/>
          </a:prstGeom>
        </p:spPr>
        <p:txBody>
          <a:bodyPr vert="horz" lIns="91440" tIns="45720" rIns="91440" bIns="45720" rtlCol="0" anchor="ctr"/>
          <a:lstStyle>
            <a:lvl1pPr algn="r">
              <a:defRPr sz="900">
                <a:solidFill>
                  <a:schemeClr val="tx2"/>
                </a:solidFill>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62323" y="6397586"/>
            <a:ext cx="530578" cy="365125"/>
          </a:xfrm>
          <a:prstGeom prst="rect">
            <a:avLst/>
          </a:prstGeom>
        </p:spPr>
        <p:txBody>
          <a:bodyPr vert="horz" lIns="91440" tIns="45720" rIns="91440" bIns="45720" rtlCol="0" anchor="ctr"/>
          <a:lstStyle>
            <a:lvl1pPr algn="ctr">
              <a:defRPr sz="1200" b="1">
                <a:solidFill>
                  <a:schemeClr val="tx2"/>
                </a:solidFill>
              </a:defRPr>
            </a:lvl1pPr>
          </a:lstStyle>
          <a:p>
            <a:fld id="{CC057153-B650-4DEB-B370-79DDCFDCE934}" type="slidenum">
              <a:rPr lang="en-US" smtClean="0"/>
              <a:pPr/>
              <a:t>‹#›</a:t>
            </a:fld>
            <a:endParaRPr lang="en-US"/>
          </a:p>
        </p:txBody>
      </p:sp>
    </p:spTree>
    <p:extLst>
      <p:ext uri="{BB962C8B-B14F-4D97-AF65-F5344CB8AC3E}">
        <p14:creationId xmlns:p14="http://schemas.microsoft.com/office/powerpoint/2010/main" val="2740288441"/>
      </p:ext>
    </p:extLst>
  </p:cSld>
  <p:clrMap bg1="lt1" tx1="dk1" bg2="lt2" tx2="dk2" accent1="accent1" accent2="accent2" accent3="accent3" accent4="accent4" accent5="accent5" accent6="accent6" hlink="hlink" folHlink="folHlink"/>
  <p:sldLayoutIdLst>
    <p:sldLayoutId id="2147483712" r:id="rId1"/>
    <p:sldLayoutId id="2147483662" r:id="rId2"/>
    <p:sldLayoutId id="2147483698" r:id="rId3"/>
    <p:sldLayoutId id="2147483728" r:id="rId4"/>
    <p:sldLayoutId id="2147483777" r:id="rId5"/>
    <p:sldLayoutId id="2147483801" r:id="rId6"/>
    <p:sldLayoutId id="2147483800" r:id="rId7"/>
    <p:sldLayoutId id="2147483761" r:id="rId8"/>
    <p:sldLayoutId id="2147483760" r:id="rId9"/>
    <p:sldLayoutId id="2147483786" r:id="rId10"/>
    <p:sldLayoutId id="2147483788" r:id="rId11"/>
    <p:sldLayoutId id="2147483679" r:id="rId12"/>
    <p:sldLayoutId id="2147483680" r:id="rId13"/>
    <p:sldLayoutId id="2147483681" r:id="rId14"/>
    <p:sldLayoutId id="2147483682" r:id="rId15"/>
    <p:sldLayoutId id="2147483706" r:id="rId16"/>
    <p:sldLayoutId id="2147483789" r:id="rId17"/>
    <p:sldLayoutId id="2147483767" r:id="rId18"/>
    <p:sldLayoutId id="2147483689" r:id="rId19"/>
    <p:sldLayoutId id="2147483690" r:id="rId20"/>
    <p:sldLayoutId id="2147483707" r:id="rId21"/>
    <p:sldLayoutId id="2147483708" r:id="rId22"/>
    <p:sldLayoutId id="2147483692" r:id="rId23"/>
    <p:sldLayoutId id="2147483691" r:id="rId24"/>
    <p:sldLayoutId id="2147483733" r:id="rId25"/>
    <p:sldLayoutId id="2147483731" r:id="rId26"/>
    <p:sldLayoutId id="2147483780" r:id="rId27"/>
    <p:sldLayoutId id="2147483694" r:id="rId28"/>
    <p:sldLayoutId id="2147483726" r:id="rId29"/>
    <p:sldLayoutId id="2147483693" r:id="rId30"/>
    <p:sldLayoutId id="2147483672" r:id="rId31"/>
    <p:sldLayoutId id="2147483756" r:id="rId32"/>
    <p:sldLayoutId id="2147483757" r:id="rId33"/>
    <p:sldLayoutId id="2147483696" r:id="rId34"/>
    <p:sldLayoutId id="2147483796" r:id="rId35"/>
    <p:sldLayoutId id="2147483797" r:id="rId36"/>
    <p:sldLayoutId id="2147483798" r:id="rId37"/>
    <p:sldLayoutId id="2147483747" r:id="rId38"/>
    <p:sldLayoutId id="2147483749" r:id="rId39"/>
    <p:sldLayoutId id="2147483759" r:id="rId40"/>
    <p:sldLayoutId id="2147483790" r:id="rId41"/>
    <p:sldLayoutId id="2147483791" r:id="rId42"/>
    <p:sldLayoutId id="2147483792" r:id="rId43"/>
    <p:sldLayoutId id="2147483664" r:id="rId44"/>
    <p:sldLayoutId id="2147483665" r:id="rId45"/>
    <p:sldLayoutId id="2147483666" r:id="rId46"/>
    <p:sldLayoutId id="2147483667" r:id="rId47"/>
    <p:sldLayoutId id="2147483668" r:id="rId48"/>
    <p:sldLayoutId id="2147483784" r:id="rId49"/>
    <p:sldLayoutId id="2147483783" r:id="rId50"/>
    <p:sldLayoutId id="2147483687" r:id="rId51"/>
  </p:sldLayoutIdLst>
  <p:hf sldNum="0" hdr="0" ftr="0" dt="0"/>
  <p:txStyles>
    <p:titleStyle>
      <a:lvl1pPr algn="l" defTabSz="914400" rtl="0" eaLnBrk="1" latinLnBrk="0" hangingPunct="1">
        <a:lnSpc>
          <a:spcPct val="90000"/>
        </a:lnSpc>
        <a:spcBef>
          <a:spcPct val="0"/>
        </a:spcBef>
        <a:buNone/>
        <a:defRPr sz="2800" b="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3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93170-F30B-9EFD-7E09-2D6535990969}"/>
              </a:ext>
            </a:extLst>
          </p:cNvPr>
          <p:cNvSpPr>
            <a:spLocks noGrp="1"/>
          </p:cNvSpPr>
          <p:nvPr>
            <p:ph type="ctrTitle"/>
          </p:nvPr>
        </p:nvSpPr>
        <p:spPr>
          <a:xfrm>
            <a:off x="457200" y="457200"/>
            <a:ext cx="4025153" cy="3739896"/>
          </a:xfrm>
        </p:spPr>
        <p:txBody>
          <a:bodyPr anchor="t">
            <a:normAutofit/>
          </a:bodyPr>
          <a:lstStyle/>
          <a:p>
            <a:r>
              <a:rPr lang="en-US" dirty="0"/>
              <a:t>React JS</a:t>
            </a:r>
          </a:p>
        </p:txBody>
      </p:sp>
      <p:sp>
        <p:nvSpPr>
          <p:cNvPr id="3" name="Subtitle 2">
            <a:extLst>
              <a:ext uri="{FF2B5EF4-FFF2-40B4-BE49-F238E27FC236}">
                <a16:creationId xmlns:a16="http://schemas.microsoft.com/office/drawing/2014/main" id="{B1B850EB-8C22-DFE2-E5FF-7827EC61B449}"/>
              </a:ext>
            </a:extLst>
          </p:cNvPr>
          <p:cNvSpPr>
            <a:spLocks noGrp="1"/>
          </p:cNvSpPr>
          <p:nvPr>
            <p:ph type="subTitle" idx="1"/>
          </p:nvPr>
        </p:nvSpPr>
        <p:spPr>
          <a:xfrm>
            <a:off x="457200" y="5332780"/>
            <a:ext cx="4025153" cy="1016813"/>
          </a:xfrm>
        </p:spPr>
        <p:txBody>
          <a:bodyPr anchor="ctr">
            <a:normAutofit/>
          </a:bodyPr>
          <a:lstStyle/>
          <a:p>
            <a:endParaRPr lang="en-US" dirty="0"/>
          </a:p>
        </p:txBody>
      </p:sp>
      <p:pic>
        <p:nvPicPr>
          <p:cNvPr id="4" name="Picture 3" descr="Concepto digital que muestra la red abstracta y el concepto de optimización de seguridad y tecnología de internet  ">
            <a:extLst>
              <a:ext uri="{FF2B5EF4-FFF2-40B4-BE49-F238E27FC236}">
                <a16:creationId xmlns:a16="http://schemas.microsoft.com/office/drawing/2014/main" id="{42B4DEAE-EA71-4949-945B-EA0769F81D39}"/>
              </a:ext>
            </a:extLst>
          </p:cNvPr>
          <p:cNvPicPr>
            <a:picLocks noChangeAspect="1"/>
          </p:cNvPicPr>
          <p:nvPr/>
        </p:nvPicPr>
        <p:blipFill>
          <a:blip r:embed="rId3"/>
          <a:srcRect t="2102" b="2153"/>
          <a:stretch>
            <a:fillRect/>
          </a:stretch>
        </p:blipFill>
        <p:spPr>
          <a:xfrm>
            <a:off x="5029201" y="10"/>
            <a:ext cx="7162800" cy="6857990"/>
          </a:xfrm>
          <a:prstGeom prst="rect">
            <a:avLst/>
          </a:prstGeom>
        </p:spPr>
      </p:pic>
    </p:spTree>
    <p:extLst>
      <p:ext uri="{BB962C8B-B14F-4D97-AF65-F5344CB8AC3E}">
        <p14:creationId xmlns:p14="http://schemas.microsoft.com/office/powerpoint/2010/main" val="646887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CB22-C85D-1137-C7B9-7F88D14786EF}"/>
              </a:ext>
            </a:extLst>
          </p:cNvPr>
          <p:cNvSpPr>
            <a:spLocks noGrp="1"/>
          </p:cNvSpPr>
          <p:nvPr>
            <p:ph type="ctrTitle"/>
          </p:nvPr>
        </p:nvSpPr>
        <p:spPr>
          <a:xfrm>
            <a:off x="457197" y="3507830"/>
            <a:ext cx="7772400" cy="2944368"/>
          </a:xfrm>
        </p:spPr>
        <p:txBody>
          <a:bodyPr anchor="b">
            <a:normAutofit/>
          </a:bodyPr>
          <a:lstStyle/>
          <a:p>
            <a:r>
              <a:rPr lang="en-US"/>
              <a:t>Fundamentos de React</a:t>
            </a:r>
          </a:p>
        </p:txBody>
      </p:sp>
    </p:spTree>
    <p:extLst>
      <p:ext uri="{BB962C8B-B14F-4D97-AF65-F5344CB8AC3E}">
        <p14:creationId xmlns:p14="http://schemas.microsoft.com/office/powerpoint/2010/main" val="39185448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E735F-1951-B398-9636-FED90F557294}"/>
              </a:ext>
            </a:extLst>
          </p:cNvPr>
          <p:cNvSpPr>
            <a:spLocks noGrp="1"/>
          </p:cNvSpPr>
          <p:nvPr>
            <p:ph type="title"/>
          </p:nvPr>
        </p:nvSpPr>
        <p:spPr>
          <a:xfrm>
            <a:off x="457200" y="457200"/>
            <a:ext cx="4380272" cy="1453896"/>
          </a:xfrm>
        </p:spPr>
        <p:txBody>
          <a:bodyPr anchor="t">
            <a:normAutofit/>
          </a:bodyPr>
          <a:lstStyle/>
          <a:p>
            <a:r>
              <a:rPr lang="en-US"/>
              <a:t>React: Introducción</a:t>
            </a:r>
          </a:p>
        </p:txBody>
      </p:sp>
      <p:pic>
        <p:nvPicPr>
          <p:cNvPr id="5" name="Content Placeholder 4" descr="Resolución 4K">
            <a:extLst>
              <a:ext uri="{FF2B5EF4-FFF2-40B4-BE49-F238E27FC236}">
                <a16:creationId xmlns:a16="http://schemas.microsoft.com/office/drawing/2014/main" id="{210E956C-CA07-42F6-A946-226F514AB4CB}"/>
              </a:ext>
            </a:extLst>
          </p:cNvPr>
          <p:cNvPicPr>
            <a:picLocks noGrp="1" noChangeAspect="1"/>
          </p:cNvPicPr>
          <p:nvPr>
            <p:ph type="pic" sz="quarter" idx="13"/>
          </p:nvPr>
        </p:nvPicPr>
        <p:blipFill>
          <a:blip r:embed="rId3"/>
          <a:stretch/>
        </p:blipFill>
        <p:spPr>
          <a:xfrm>
            <a:off x="0" y="2946263"/>
            <a:ext cx="5584206" cy="3141115"/>
          </a:xfrm>
        </p:spPr>
      </p:pic>
      <p:sp>
        <p:nvSpPr>
          <p:cNvPr id="4" name="Content Placeholder 3">
            <a:extLst>
              <a:ext uri="{FF2B5EF4-FFF2-40B4-BE49-F238E27FC236}">
                <a16:creationId xmlns:a16="http://schemas.microsoft.com/office/drawing/2014/main" id="{30D75FFC-DED3-EBB0-3B2A-EBFC5C2E692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Biblioteca JavaScript Modular</a:t>
            </a:r>
          </a:p>
          <a:p>
            <a:pPr marL="0" lvl="1" indent="0">
              <a:buFont typeface="Arial" panose="020B0604020202020204" pitchFamily="34" charset="0"/>
              <a:buNone/>
            </a:pPr>
            <a:r>
              <a:t>React facilita construir interfaces de usuario interactivas con componentes modulares y reutilizables.</a:t>
            </a:r>
            <a:endParaRPr lang="en-US"/>
          </a:p>
          <a:p>
            <a:pPr marL="0" indent="0">
              <a:spcBef>
                <a:spcPts val="2500"/>
              </a:spcBef>
              <a:buFont typeface="Arial" panose="020B0604020202020204" pitchFamily="34" charset="0"/>
              <a:buNone/>
            </a:pPr>
            <a:r>
              <a:rPr lang="en-US" b="1"/>
              <a:t>Virtual DOM y Actualizaciones</a:t>
            </a:r>
          </a:p>
          <a:p>
            <a:pPr marL="0" lvl="1" indent="0">
              <a:buFont typeface="Arial" panose="020B0604020202020204" pitchFamily="34" charset="0"/>
              <a:buNone/>
            </a:pPr>
            <a:r>
              <a:t>React utiliza Virtual DOM para realizar actualizaciones eficientes y optimizar el rendimiento.</a:t>
            </a:r>
            <a:endParaRPr lang="en-US"/>
          </a:p>
          <a:p>
            <a:pPr marL="0" indent="0">
              <a:spcBef>
                <a:spcPts val="2500"/>
              </a:spcBef>
              <a:buFont typeface="Arial" panose="020B0604020202020204" pitchFamily="34" charset="0"/>
              <a:buNone/>
            </a:pPr>
            <a:r>
              <a:rPr lang="en-US" b="1"/>
              <a:t>Ecosistema y Herramientas</a:t>
            </a:r>
          </a:p>
          <a:p>
            <a:pPr marL="0" lvl="1" indent="0">
              <a:buFont typeface="Arial" panose="020B0604020202020204" pitchFamily="34" charset="0"/>
              <a:buNone/>
            </a:pPr>
            <a:r>
              <a:t>El ecosistema de React incluye herramientas como Create React App y soluciones para gestión de estado.</a:t>
            </a:r>
            <a:endParaRPr lang="en-US"/>
          </a:p>
          <a:p>
            <a:pPr marL="0" indent="0">
              <a:spcBef>
                <a:spcPts val="2500"/>
              </a:spcBef>
              <a:buFont typeface="Arial" panose="020B0604020202020204" pitchFamily="34" charset="0"/>
              <a:buNone/>
            </a:pPr>
            <a:r>
              <a:rPr lang="en-US" b="1"/>
              <a:t>JSX y Experiencia de Usuario</a:t>
            </a:r>
          </a:p>
          <a:p>
            <a:pPr marL="0" lvl="1" indent="0">
              <a:buFont typeface="Arial" panose="020B0604020202020204" pitchFamily="34" charset="0"/>
              <a:buNone/>
            </a:pPr>
            <a:r>
              <a:t>JSX permite combinar JavaScript con sintaxis similar a HTML para construir interfaces intuitivas.</a:t>
            </a:r>
            <a:endParaRPr lang="en-US"/>
          </a:p>
        </p:txBody>
      </p:sp>
    </p:spTree>
    <p:extLst>
      <p:ext uri="{BB962C8B-B14F-4D97-AF65-F5344CB8AC3E}">
        <p14:creationId xmlns:p14="http://schemas.microsoft.com/office/powerpoint/2010/main" val="4022240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A1CD8-5BBD-0B0E-ED4A-1C7E65E23E3E}"/>
              </a:ext>
            </a:extLst>
          </p:cNvPr>
          <p:cNvSpPr>
            <a:spLocks noGrp="1"/>
          </p:cNvSpPr>
          <p:nvPr>
            <p:ph type="ctrTitle"/>
          </p:nvPr>
        </p:nvSpPr>
        <p:spPr>
          <a:xfrm>
            <a:off x="457197" y="3507830"/>
            <a:ext cx="7772400" cy="2944368"/>
          </a:xfrm>
        </p:spPr>
        <p:txBody>
          <a:bodyPr anchor="b">
            <a:normAutofit/>
          </a:bodyPr>
          <a:lstStyle/>
          <a:p>
            <a:r>
              <a:rPr lang="en-US"/>
              <a:t>Propósito y utilidad de React</a:t>
            </a:r>
          </a:p>
        </p:txBody>
      </p:sp>
    </p:spTree>
    <p:extLst>
      <p:ext uri="{BB962C8B-B14F-4D97-AF65-F5344CB8AC3E}">
        <p14:creationId xmlns:p14="http://schemas.microsoft.com/office/powerpoint/2010/main" val="10960807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9930F-18D7-2D4C-29A3-21F618CF980D}"/>
              </a:ext>
            </a:extLst>
          </p:cNvPr>
          <p:cNvSpPr>
            <a:spLocks noGrp="1"/>
          </p:cNvSpPr>
          <p:nvPr>
            <p:ph type="title"/>
          </p:nvPr>
        </p:nvSpPr>
        <p:spPr>
          <a:xfrm>
            <a:off x="457200" y="457200"/>
            <a:ext cx="7084142" cy="968895"/>
          </a:xfrm>
        </p:spPr>
        <p:txBody>
          <a:bodyPr anchor="b">
            <a:normAutofit/>
          </a:bodyPr>
          <a:lstStyle/>
          <a:p>
            <a:r>
              <a:rPr lang="en-US"/>
              <a:t>¿Para qué sirve React?</a:t>
            </a:r>
          </a:p>
        </p:txBody>
      </p:sp>
      <p:sp>
        <p:nvSpPr>
          <p:cNvPr id="4" name="Content Placeholder 3">
            <a:extLst>
              <a:ext uri="{FF2B5EF4-FFF2-40B4-BE49-F238E27FC236}">
                <a16:creationId xmlns:a16="http://schemas.microsoft.com/office/drawing/2014/main" id="{E6E1178E-831A-DF63-D4A6-CD25FAAE903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7199" y="1596044"/>
            <a:ext cx="7084143" cy="4686769"/>
          </a:xfrm>
        </p:spPr>
        <p:txBody>
          <a:bodyPr>
            <a:normAutofit/>
          </a:bodyPr>
          <a:lstStyle/>
          <a:p>
            <a:pPr marL="0" indent="0">
              <a:spcBef>
                <a:spcPts val="2500"/>
              </a:spcBef>
              <a:buFont typeface="Arial" panose="020B0604020202020204" pitchFamily="34" charset="0"/>
              <a:buNone/>
            </a:pPr>
            <a:r>
              <a:rPr lang="en-US" b="1"/>
              <a:t>Interfaces Dinámicas y Responsivas</a:t>
            </a:r>
          </a:p>
          <a:p>
            <a:pPr marL="0" lvl="1" indent="0">
              <a:buFont typeface="Arial" panose="020B0604020202020204" pitchFamily="34" charset="0"/>
              <a:buNone/>
            </a:pPr>
            <a:r>
              <a:t>React permite construir interfaces de usuario altamente dinámicas y responsivas para aplicaciones web modernas.</a:t>
            </a:r>
            <a:endParaRPr lang="en-US"/>
          </a:p>
          <a:p>
            <a:pPr marL="0" indent="0">
              <a:spcBef>
                <a:spcPts val="2500"/>
              </a:spcBef>
              <a:buFont typeface="Arial" panose="020B0604020202020204" pitchFamily="34" charset="0"/>
              <a:buNone/>
            </a:pPr>
            <a:r>
              <a:rPr lang="en-US" b="1"/>
              <a:t>Arquitectura Basada en Componentes</a:t>
            </a:r>
          </a:p>
          <a:p>
            <a:pPr marL="0" lvl="1" indent="0">
              <a:buFont typeface="Arial" panose="020B0604020202020204" pitchFamily="34" charset="0"/>
              <a:buNone/>
            </a:pPr>
            <a:r>
              <a:t>Su arquitectura divide la interfaz en componentes reutilizables y fáciles de mantener, facilitando el desarrollo.</a:t>
            </a:r>
            <a:endParaRPr lang="en-US"/>
          </a:p>
          <a:p>
            <a:pPr marL="0" indent="0">
              <a:spcBef>
                <a:spcPts val="2500"/>
              </a:spcBef>
              <a:buFont typeface="Arial" panose="020B0604020202020204" pitchFamily="34" charset="0"/>
              <a:buNone/>
            </a:pPr>
            <a:r>
              <a:rPr lang="en-US" b="1"/>
              <a:t>Manejo Eficiente del Estado</a:t>
            </a:r>
          </a:p>
          <a:p>
            <a:pPr marL="0" lvl="1" indent="0">
              <a:buFont typeface="Arial" panose="020B0604020202020204" pitchFamily="34" charset="0"/>
              <a:buNone/>
            </a:pPr>
            <a:r>
              <a:t>React maneja el estado de la aplicación eficientemente con herramientas como Context API y Redux.</a:t>
            </a:r>
            <a:endParaRPr lang="en-US"/>
          </a:p>
          <a:p>
            <a:pPr marL="0" indent="0">
              <a:spcBef>
                <a:spcPts val="2500"/>
              </a:spcBef>
              <a:buFont typeface="Arial" panose="020B0604020202020204" pitchFamily="34" charset="0"/>
              <a:buNone/>
            </a:pPr>
            <a:r>
              <a:rPr lang="en-US" b="1"/>
              <a:t>Virtual DOM para Mejor Rendimiento</a:t>
            </a:r>
          </a:p>
          <a:p>
            <a:pPr marL="0" lvl="1" indent="0">
              <a:buFont typeface="Arial" panose="020B0604020202020204" pitchFamily="34" charset="0"/>
              <a:buNone/>
            </a:pPr>
            <a:r>
              <a:t>El Virtual DOM optimiza las actualizaciones del DOM, mejorando el rendimiento de la aplicación.</a:t>
            </a:r>
            <a:endParaRPr lang="en-US"/>
          </a:p>
        </p:txBody>
      </p:sp>
      <p:pic>
        <p:nvPicPr>
          <p:cNvPr id="5" name="Content Placeholder 4" descr="Resolución 4K">
            <a:extLst>
              <a:ext uri="{FF2B5EF4-FFF2-40B4-BE49-F238E27FC236}">
                <a16:creationId xmlns:a16="http://schemas.microsoft.com/office/drawing/2014/main" id="{0B60C45B-3DD1-4A9D-80FB-A73976ABD017}"/>
              </a:ext>
            </a:extLst>
          </p:cNvPr>
          <p:cNvPicPr>
            <a:picLocks noGrp="1" noChangeAspect="1"/>
          </p:cNvPicPr>
          <p:nvPr>
            <p:ph type="pic" sz="quarter" idx="13"/>
          </p:nvPr>
        </p:nvPicPr>
        <p:blipFill>
          <a:blip r:embed="rId3"/>
          <a:srcRect l="33753" r="32616"/>
          <a:stretch>
            <a:fillRect/>
          </a:stretch>
        </p:blipFill>
        <p:spPr>
          <a:xfrm>
            <a:off x="8091732" y="10"/>
            <a:ext cx="4100267" cy="6857990"/>
          </a:xfrm>
        </p:spPr>
      </p:pic>
    </p:spTree>
    <p:extLst>
      <p:ext uri="{BB962C8B-B14F-4D97-AF65-F5344CB8AC3E}">
        <p14:creationId xmlns:p14="http://schemas.microsoft.com/office/powerpoint/2010/main" val="18762338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4998-DD16-C9A2-FAAE-A7842643C745}"/>
              </a:ext>
            </a:extLst>
          </p:cNvPr>
          <p:cNvSpPr>
            <a:spLocks noGrp="1"/>
          </p:cNvSpPr>
          <p:nvPr>
            <p:ph type="ctrTitle"/>
          </p:nvPr>
        </p:nvSpPr>
        <p:spPr>
          <a:xfrm>
            <a:off x="457197" y="3507830"/>
            <a:ext cx="7772400" cy="2944368"/>
          </a:xfrm>
        </p:spPr>
        <p:txBody>
          <a:bodyPr anchor="b">
            <a:normAutofit/>
          </a:bodyPr>
          <a:lstStyle/>
          <a:p>
            <a:r>
              <a:rPr lang="en-US" sz="6800"/>
              <a:t>Cómo usar React en proyectos modernos</a:t>
            </a:r>
          </a:p>
        </p:txBody>
      </p:sp>
    </p:spTree>
    <p:extLst>
      <p:ext uri="{BB962C8B-B14F-4D97-AF65-F5344CB8AC3E}">
        <p14:creationId xmlns:p14="http://schemas.microsoft.com/office/powerpoint/2010/main" val="3872494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2B960-A08D-BFB9-184D-F4B149576D5D}"/>
              </a:ext>
            </a:extLst>
          </p:cNvPr>
          <p:cNvSpPr>
            <a:spLocks noGrp="1"/>
          </p:cNvSpPr>
          <p:nvPr>
            <p:ph type="title"/>
          </p:nvPr>
        </p:nvSpPr>
        <p:spPr>
          <a:xfrm>
            <a:off x="457199" y="457200"/>
            <a:ext cx="4482573" cy="1453896"/>
          </a:xfrm>
        </p:spPr>
        <p:txBody>
          <a:bodyPr anchor="t">
            <a:normAutofit/>
          </a:bodyPr>
          <a:lstStyle/>
          <a:p>
            <a:r>
              <a:rPr lang="en-US"/>
              <a:t>¿Cómo se usa React?</a:t>
            </a:r>
          </a:p>
        </p:txBody>
      </p:sp>
      <p:pic>
        <p:nvPicPr>
          <p:cNvPr id="5" name="Content Placeholder 4" descr="Una mujer se disfrazó de bruja aterradora para Halloween.">
            <a:extLst>
              <a:ext uri="{FF2B5EF4-FFF2-40B4-BE49-F238E27FC236}">
                <a16:creationId xmlns:a16="http://schemas.microsoft.com/office/drawing/2014/main" id="{D19CD38A-F178-4AF9-A57A-4D4D2FF073E7}"/>
              </a:ext>
            </a:extLst>
          </p:cNvPr>
          <p:cNvPicPr>
            <a:picLocks noGrp="1" noChangeAspect="1"/>
          </p:cNvPicPr>
          <p:nvPr>
            <p:ph type="pic" sz="quarter" idx="13"/>
          </p:nvPr>
        </p:nvPicPr>
        <p:blipFill>
          <a:blip r:embed="rId3"/>
          <a:srcRect l="8418" r="20699"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D00264B8-4125-4AD9-221F-256FD7D151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Desarrollo basado en componentes</a:t>
            </a:r>
          </a:p>
          <a:p>
            <a:pPr marL="0" lvl="1" indent="0">
              <a:buFont typeface="Arial" panose="020B0604020202020204" pitchFamily="34" charset="0"/>
              <a:buNone/>
            </a:pPr>
            <a:r>
              <a:t>React utiliza componentes para construir interfaces, escritos con JSX que mezcla JavaScript y HTML.</a:t>
            </a:r>
            <a:endParaRPr lang="en-US"/>
          </a:p>
          <a:p>
            <a:pPr marL="0" indent="0">
              <a:spcBef>
                <a:spcPts val="2500"/>
              </a:spcBef>
              <a:buFont typeface="Arial" panose="020B0604020202020204" pitchFamily="34" charset="0"/>
              <a:buNone/>
            </a:pPr>
            <a:r>
              <a:rPr lang="en-US" b="1"/>
              <a:t>Herramientas de configuración</a:t>
            </a:r>
          </a:p>
          <a:p>
            <a:pPr marL="0" lvl="1" indent="0">
              <a:buFont typeface="Arial" panose="020B0604020202020204" pitchFamily="34" charset="0"/>
              <a:buNone/>
            </a:pPr>
            <a:r>
              <a:t>Create React App y Vite configuran entornos de desarrollo con compilación rápida y servidores locales.</a:t>
            </a:r>
            <a:endParaRPr lang="en-US"/>
          </a:p>
          <a:p>
            <a:pPr marL="0" indent="0">
              <a:spcBef>
                <a:spcPts val="2500"/>
              </a:spcBef>
              <a:buFont typeface="Arial" panose="020B0604020202020204" pitchFamily="34" charset="0"/>
              <a:buNone/>
            </a:pPr>
            <a:r>
              <a:rPr lang="en-US" b="1"/>
              <a:t>Manejo de estado y datos</a:t>
            </a:r>
          </a:p>
          <a:p>
            <a:pPr marL="0" lvl="1" indent="0">
              <a:buFont typeface="Arial" panose="020B0604020202020204" pitchFamily="34" charset="0"/>
              <a:buNone/>
            </a:pPr>
            <a:r>
              <a:t>Hooks como useState y useEffect permiten administrar estado y efectos en componentes React.</a:t>
            </a:r>
            <a:endParaRPr lang="en-US"/>
          </a:p>
          <a:p>
            <a:pPr marL="0" indent="0">
              <a:spcBef>
                <a:spcPts val="2500"/>
              </a:spcBef>
              <a:buFont typeface="Arial" panose="020B0604020202020204" pitchFamily="34" charset="0"/>
              <a:buNone/>
            </a:pPr>
            <a:r>
              <a:rPr lang="en-US" b="1"/>
              <a:t>Escalabilidad y optimización</a:t>
            </a:r>
          </a:p>
          <a:p>
            <a:pPr marL="0" lvl="1" indent="0">
              <a:buFont typeface="Arial" panose="020B0604020202020204" pitchFamily="34" charset="0"/>
              <a:buNone/>
            </a:pPr>
            <a:r>
              <a:t>React facilita el mantenimiento y escalabilidad integrándose con frameworks como Next.js para optimización avanzada.</a:t>
            </a:r>
            <a:endParaRPr lang="en-US"/>
          </a:p>
        </p:txBody>
      </p:sp>
    </p:spTree>
    <p:extLst>
      <p:ext uri="{BB962C8B-B14F-4D97-AF65-F5344CB8AC3E}">
        <p14:creationId xmlns:p14="http://schemas.microsoft.com/office/powerpoint/2010/main" val="14084919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49D7-8A77-ACA3-6A82-B99FB8453A0F}"/>
              </a:ext>
            </a:extLst>
          </p:cNvPr>
          <p:cNvSpPr>
            <a:spLocks noGrp="1"/>
          </p:cNvSpPr>
          <p:nvPr>
            <p:ph type="ctrTitle"/>
          </p:nvPr>
        </p:nvSpPr>
        <p:spPr>
          <a:xfrm>
            <a:off x="457197" y="3507830"/>
            <a:ext cx="7772400" cy="2944368"/>
          </a:xfrm>
        </p:spPr>
        <p:txBody>
          <a:bodyPr anchor="b">
            <a:normAutofit/>
          </a:bodyPr>
          <a:lstStyle/>
          <a:p>
            <a:r>
              <a:rPr lang="en-US" sz="6800"/>
              <a:t>Conceptos esenciales en React</a:t>
            </a:r>
          </a:p>
        </p:txBody>
      </p:sp>
    </p:spTree>
    <p:extLst>
      <p:ext uri="{BB962C8B-B14F-4D97-AF65-F5344CB8AC3E}">
        <p14:creationId xmlns:p14="http://schemas.microsoft.com/office/powerpoint/2010/main" val="21335955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2790-459A-67D2-423A-14CE85243E4F}"/>
              </a:ext>
            </a:extLst>
          </p:cNvPr>
          <p:cNvSpPr>
            <a:spLocks noGrp="1"/>
          </p:cNvSpPr>
          <p:nvPr>
            <p:ph type="title"/>
          </p:nvPr>
        </p:nvSpPr>
        <p:spPr>
          <a:xfrm>
            <a:off x="457200" y="457200"/>
            <a:ext cx="4380272" cy="1453896"/>
          </a:xfrm>
        </p:spPr>
        <p:txBody>
          <a:bodyPr anchor="t">
            <a:normAutofit/>
          </a:bodyPr>
          <a:lstStyle/>
          <a:p>
            <a:r>
              <a:rPr lang="en-US"/>
              <a:t>Conceptos clave</a:t>
            </a:r>
          </a:p>
        </p:txBody>
      </p:sp>
      <p:pic>
        <p:nvPicPr>
          <p:cNvPr id="5" name="Content Placeholder 4" descr="Haz networking con cubos en el bloc de notas">
            <a:extLst>
              <a:ext uri="{FF2B5EF4-FFF2-40B4-BE49-F238E27FC236}">
                <a16:creationId xmlns:a16="http://schemas.microsoft.com/office/drawing/2014/main" id="{F63B98EC-352F-47FB-9188-B1E41A17D923}"/>
              </a:ext>
            </a:extLst>
          </p:cNvPr>
          <p:cNvPicPr>
            <a:picLocks noGrp="1" noChangeAspect="1"/>
          </p:cNvPicPr>
          <p:nvPr>
            <p:ph type="pic" sz="quarter" idx="13"/>
          </p:nvPr>
        </p:nvPicPr>
        <p:blipFill>
          <a:blip r:embed="rId3"/>
          <a:srcRect l="10265" r="10130"/>
          <a:stretch>
            <a:fillRect/>
          </a:stretch>
        </p:blipFill>
        <p:spPr>
          <a:xfrm>
            <a:off x="20" y="2175642"/>
            <a:ext cx="5584186" cy="4682358"/>
          </a:xfrm>
        </p:spPr>
      </p:pic>
      <p:sp>
        <p:nvSpPr>
          <p:cNvPr id="4" name="Content Placeholder 3">
            <a:extLst>
              <a:ext uri="{FF2B5EF4-FFF2-40B4-BE49-F238E27FC236}">
                <a16:creationId xmlns:a16="http://schemas.microsoft.com/office/drawing/2014/main" id="{4B0BB873-DBC3-DF19-21BE-2A597E002F1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Componentes reutilizables</a:t>
            </a:r>
          </a:p>
          <a:p>
            <a:pPr marL="0" lvl="1" indent="0">
              <a:buFont typeface="Arial" panose="020B0604020202020204" pitchFamily="34" charset="0"/>
              <a:buNone/>
            </a:pPr>
            <a:r>
              <a:t>Los componentes encapsulan estructura, estilo y lógica, formando unidades independientes y reutilizables.</a:t>
            </a:r>
            <a:endParaRPr lang="en-US"/>
          </a:p>
          <a:p>
            <a:pPr marL="0" indent="0">
              <a:spcBef>
                <a:spcPts val="2500"/>
              </a:spcBef>
              <a:buFont typeface="Arial" panose="020B0604020202020204" pitchFamily="34" charset="0"/>
              <a:buNone/>
            </a:pPr>
            <a:r>
              <a:rPr lang="en-US" b="1"/>
              <a:t>Props y flujo unidireccional</a:t>
            </a:r>
          </a:p>
          <a:p>
            <a:pPr marL="0" lvl="1" indent="0">
              <a:buFont typeface="Arial" panose="020B0604020202020204" pitchFamily="34" charset="0"/>
              <a:buNone/>
            </a:pPr>
            <a:r>
              <a:t>Las props permiten pasar datos de padres a hijos, manteniendo un flujo de datos predecible y consistente.</a:t>
            </a:r>
            <a:endParaRPr lang="en-US"/>
          </a:p>
          <a:p>
            <a:pPr marL="0" indent="0">
              <a:spcBef>
                <a:spcPts val="2500"/>
              </a:spcBef>
              <a:buFont typeface="Arial" panose="020B0604020202020204" pitchFamily="34" charset="0"/>
              <a:buNone/>
            </a:pPr>
            <a:r>
              <a:rPr lang="en-US" b="1"/>
              <a:t>Estado y hooks</a:t>
            </a:r>
          </a:p>
          <a:p>
            <a:pPr marL="0" lvl="1" indent="0">
              <a:buFont typeface="Arial" panose="020B0604020202020204" pitchFamily="34" charset="0"/>
              <a:buNone/>
            </a:pPr>
            <a:r>
              <a:t>El estado interno cambia con el tiempo, gestionado eficientemente con hooks como useState y useReducer.</a:t>
            </a:r>
            <a:endParaRPr lang="en-US"/>
          </a:p>
          <a:p>
            <a:pPr marL="0" indent="0">
              <a:spcBef>
                <a:spcPts val="2500"/>
              </a:spcBef>
              <a:buFont typeface="Arial" panose="020B0604020202020204" pitchFamily="34" charset="0"/>
              <a:buNone/>
            </a:pPr>
            <a:r>
              <a:rPr lang="en-US" b="1"/>
              <a:t>Virtual DOM y optimización</a:t>
            </a:r>
          </a:p>
          <a:p>
            <a:pPr marL="0" lvl="1" indent="0">
              <a:buFont typeface="Arial" panose="020B0604020202020204" pitchFamily="34" charset="0"/>
              <a:buNone/>
            </a:pPr>
            <a:r>
              <a:t>Virtual DOM mejora rendimiento actualizando solo lo necesario, con hooks para manejar efectos y optimización.</a:t>
            </a:r>
            <a:endParaRPr lang="en-US"/>
          </a:p>
        </p:txBody>
      </p:sp>
    </p:spTree>
    <p:extLst>
      <p:ext uri="{BB962C8B-B14F-4D97-AF65-F5344CB8AC3E}">
        <p14:creationId xmlns:p14="http://schemas.microsoft.com/office/powerpoint/2010/main" val="22827789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2A05D-3CEB-1E1E-1448-BD89FCB827EC}"/>
              </a:ext>
            </a:extLst>
          </p:cNvPr>
          <p:cNvSpPr>
            <a:spLocks noGrp="1"/>
          </p:cNvSpPr>
          <p:nvPr>
            <p:ph type="ctrTitle"/>
          </p:nvPr>
        </p:nvSpPr>
        <p:spPr>
          <a:xfrm>
            <a:off x="457197" y="3507830"/>
            <a:ext cx="7772400" cy="2944368"/>
          </a:xfrm>
        </p:spPr>
        <p:txBody>
          <a:bodyPr anchor="b">
            <a:normAutofit/>
          </a:bodyPr>
          <a:lstStyle/>
          <a:p>
            <a:r>
              <a:rPr lang="en-US"/>
              <a:t>Ejemplo práctico de React</a:t>
            </a:r>
          </a:p>
        </p:txBody>
      </p:sp>
    </p:spTree>
    <p:extLst>
      <p:ext uri="{BB962C8B-B14F-4D97-AF65-F5344CB8AC3E}">
        <p14:creationId xmlns:p14="http://schemas.microsoft.com/office/powerpoint/2010/main" val="19467553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619C4-D4BC-21B9-E0D3-40308BDA5403}"/>
              </a:ext>
            </a:extLst>
          </p:cNvPr>
          <p:cNvSpPr>
            <a:spLocks noGrp="1"/>
          </p:cNvSpPr>
          <p:nvPr>
            <p:ph type="title"/>
          </p:nvPr>
        </p:nvSpPr>
        <p:spPr>
          <a:xfrm>
            <a:off x="457199" y="457200"/>
            <a:ext cx="4482573" cy="1453896"/>
          </a:xfrm>
        </p:spPr>
        <p:txBody>
          <a:bodyPr anchor="t">
            <a:normAutofit/>
          </a:bodyPr>
          <a:lstStyle/>
          <a:p>
            <a:r>
              <a:rPr lang="en-US"/>
              <a:t>Ejemplo de componente básico</a:t>
            </a:r>
          </a:p>
        </p:txBody>
      </p:sp>
      <p:pic>
        <p:nvPicPr>
          <p:cNvPr id="5" name="Content Placeholder 4" descr="Un programador está depurando su código (el código se refleja horizontalmente)&#10;&#10;Ver más archivos similares:&#10;[url=search/portfolio/248175/?facets={%2235%22:%5B%22technology%22,%22OR%20computer%22,%22OR%20camera%22,%22OR%20internet%22%5D,%229%22:0,%2230%22:%22100%22}][img]http://www.photonullplus.de/misc/istock/istock-thumb-tech.jpg[/img][/url] [url=search/portfolio/248175/?facets={%2235%22:%5B%22job%22,%22OR%20work%22,%22OR%20messenger%22%5D,%229%22:0,%2230%22:%22100%22}][img]http://www.photonullplus.de/misc/istock/istock-thumb-jobs.jpg[/img][/url]&#10;&#10;[url=file_closeup.php?id=9924417][img]file_thumbview_approve.php?size=1&amp;id=9924417[/img][/url] [url=file_closeup.php?id=9880384][img]file_thumbview_approve.php?size=1&amp;id=9880384[/img][/url] [url=file_closeup.php?id=9880369][img]file_thumbview_approve.php?size=1&amp;id=9880369[/img][/url] [url=file_closeup.php?id=9880343][img]file_thumbview_approve.php?size=1&amp;id=9880343[/img][/url] [url=file_closeup.php?id=9880317][img]file_thumbview_approve.php?size=1&amp;id=9880317[/img][/url] [url=file_ closeup.php?id=9422617][img]file_thumbview_approve.php?size=1&amp;id=9422617[/img][/url] [url=file_closeup.php?id=9422623][img]file_thumbview_approve.php?size=1&amp;id=9422623[/img][/url] [url=file_closeup.php?id=16508469][img]file_thumbview_approve.php?size=1&amp;id=16508469[/img][/url] [url=file_closeup.php?id=16863859][img]file_thumbview_approve.php?size=1&amp;id=16863859[/img][/url] [url=file_closeup.php?id=16863845][img]file_thumbview_approve.php?tamaño=1&amp;id=16863845[/img][/url] [url=file_closeup.php?id=17323807][img]file_thumbview_approve.php?size=1&amp;id=17323807[/img][/url] [url=file_closeup.php?id=17323693][img]file_thumbview_approve.php?size=1&amp;id=17323693[/img][/url] [url=file_closeup.php?id=18279006][img]file_thumbview_approve.php?size=1&amp;id=18279006[/img][/url] [url=file_closeup.php?id=18279019][img]file_thumbview_approve.php?size=1&amp;id=18279019[/img][/url]">
            <a:extLst>
              <a:ext uri="{FF2B5EF4-FFF2-40B4-BE49-F238E27FC236}">
                <a16:creationId xmlns:a16="http://schemas.microsoft.com/office/drawing/2014/main" id="{94D5C0AF-2C35-4104-88A5-542F33133280}"/>
              </a:ext>
            </a:extLst>
          </p:cNvPr>
          <p:cNvPicPr>
            <a:picLocks noGrp="1" noChangeAspect="1"/>
          </p:cNvPicPr>
          <p:nvPr>
            <p:ph type="pic" sz="quarter" idx="13"/>
          </p:nvPr>
        </p:nvPicPr>
        <p:blipFill>
          <a:blip r:embed="rId3"/>
          <a:srcRect l="29114" r="3" b="3"/>
          <a:stretch>
            <a:fillRect/>
          </a:stretch>
        </p:blipFill>
        <p:spPr>
          <a:xfrm>
            <a:off x="559502" y="2175642"/>
            <a:ext cx="4380271" cy="4124756"/>
          </a:xfrm>
        </p:spPr>
      </p:pic>
      <p:sp>
        <p:nvSpPr>
          <p:cNvPr id="4" name="Content Placeholder 3">
            <a:extLst>
              <a:ext uri="{FF2B5EF4-FFF2-40B4-BE49-F238E27FC236}">
                <a16:creationId xmlns:a16="http://schemas.microsoft.com/office/drawing/2014/main" id="{189CC1B8-201D-5E69-1D1F-22CBB245156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1"/>
            <a:ext cx="5585925" cy="5875338"/>
          </a:xfrm>
        </p:spPr>
        <p:txBody>
          <a:bodyPr>
            <a:normAutofit/>
          </a:bodyPr>
          <a:lstStyle/>
          <a:p>
            <a:pPr marL="0" indent="0">
              <a:spcBef>
                <a:spcPts val="2500"/>
              </a:spcBef>
              <a:buFont typeface="Arial" panose="020B0604020202020204" pitchFamily="34" charset="0"/>
              <a:buNone/>
            </a:pPr>
            <a:r>
              <a:rPr lang="en-US" b="1"/>
              <a:t>Estructura del Componente React</a:t>
            </a:r>
          </a:p>
          <a:p>
            <a:pPr marL="0" lvl="1" indent="0">
              <a:buFont typeface="Arial" panose="020B0604020202020204" pitchFamily="34" charset="0"/>
              <a:buNone/>
            </a:pPr>
            <a:r>
              <a:t>Un componente React básico se define como una función que devuelve JSX para representar la interfaz visual.</a:t>
            </a:r>
            <a:endParaRPr lang="en-US"/>
          </a:p>
          <a:p>
            <a:pPr marL="0" indent="0">
              <a:spcBef>
                <a:spcPts val="2500"/>
              </a:spcBef>
              <a:buFont typeface="Arial" panose="020B0604020202020204" pitchFamily="34" charset="0"/>
              <a:buNone/>
            </a:pPr>
            <a:r>
              <a:rPr lang="en-US" b="1"/>
              <a:t>Uso de Props para Flexibilidad</a:t>
            </a:r>
          </a:p>
          <a:p>
            <a:pPr marL="0" lvl="1" indent="0">
              <a:buFont typeface="Arial" panose="020B0604020202020204" pitchFamily="34" charset="0"/>
              <a:buNone/>
            </a:pPr>
            <a:r>
              <a:t>Los componentes pueden recibir props para mostrar contenido dinámico y personalizado según la información externa.</a:t>
            </a:r>
            <a:endParaRPr lang="en-US"/>
          </a:p>
          <a:p>
            <a:pPr marL="0" indent="0">
              <a:spcBef>
                <a:spcPts val="2500"/>
              </a:spcBef>
              <a:buFont typeface="Arial" panose="020B0604020202020204" pitchFamily="34" charset="0"/>
              <a:buNone/>
            </a:pPr>
            <a:r>
              <a:rPr lang="en-US" b="1"/>
              <a:t>Manejo de Estado con useState</a:t>
            </a:r>
          </a:p>
          <a:p>
            <a:pPr marL="0" lvl="1" indent="0">
              <a:buFont typeface="Arial" panose="020B0604020202020204" pitchFamily="34" charset="0"/>
              <a:buNone/>
            </a:pPr>
            <a:r>
              <a:t>El hook useState permite a los componentes actualizar dinámicamente su contenido basándose en interacciones o datos.</a:t>
            </a:r>
            <a:endParaRPr lang="en-US"/>
          </a:p>
          <a:p>
            <a:pPr marL="0" indent="0">
              <a:spcBef>
                <a:spcPts val="2500"/>
              </a:spcBef>
              <a:buFont typeface="Arial" panose="020B0604020202020204" pitchFamily="34" charset="0"/>
              <a:buNone/>
            </a:pPr>
            <a:r>
              <a:rPr lang="en-US" b="1"/>
              <a:t>Composición y Reutilización</a:t>
            </a:r>
          </a:p>
          <a:p>
            <a:pPr marL="0" lvl="1" indent="0">
              <a:buFont typeface="Arial" panose="020B0604020202020204" pitchFamily="34" charset="0"/>
              <a:buNone/>
            </a:pPr>
            <a:r>
              <a:t>Los componentes se pueden combinar para construir interfaces complejas, fomentando reutilización y organización modular.</a:t>
            </a:r>
            <a:endParaRPr lang="en-US"/>
          </a:p>
        </p:txBody>
      </p:sp>
    </p:spTree>
    <p:extLst>
      <p:ext uri="{BB962C8B-B14F-4D97-AF65-F5344CB8AC3E}">
        <p14:creationId xmlns:p14="http://schemas.microsoft.com/office/powerpoint/2010/main" val="2962419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Bevel">
  <a:themeElements>
    <a:clrScheme name="Bevel">
      <a:dk1>
        <a:srgbClr val="090909"/>
      </a:dk1>
      <a:lt1>
        <a:sysClr val="window" lastClr="FFFFFF"/>
      </a:lt1>
      <a:dk2>
        <a:srgbClr val="1D1D1D"/>
      </a:dk2>
      <a:lt2>
        <a:srgbClr val="F1F2F3"/>
      </a:lt2>
      <a:accent1>
        <a:srgbClr val="2A38D5"/>
      </a:accent1>
      <a:accent2>
        <a:srgbClr val="F15928"/>
      </a:accent2>
      <a:accent3>
        <a:srgbClr val="00B4E6"/>
      </a:accent3>
      <a:accent4>
        <a:srgbClr val="0372FF"/>
      </a:accent4>
      <a:accent5>
        <a:srgbClr val="9196F3"/>
      </a:accent5>
      <a:accent6>
        <a:srgbClr val="90A0AD"/>
      </a:accent6>
      <a:hlink>
        <a:srgbClr val="F15928"/>
      </a:hlink>
      <a:folHlink>
        <a:srgbClr val="00B4E6"/>
      </a:folHlink>
    </a:clrScheme>
    <a:fontScheme name="Bierstad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vel" id="{100FCF00-15B7-4133-8EAA-9E95FFA55C03}" vid="{3D76F99D-2F24-4330-96C8-43722B676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138AE6-00E4-459C-8B3A-08927B7E54F0}">
  <ds:schemaRefs>
    <ds:schemaRef ds:uri="http://schemas.microsoft.com/sharepoint/v3/contenttype/forms"/>
  </ds:schemaRefs>
</ds:datastoreItem>
</file>

<file path=customXml/itemProps2.xml><?xml version="1.0" encoding="utf-8"?>
<ds:datastoreItem xmlns:ds="http://schemas.openxmlformats.org/officeDocument/2006/customXml" ds:itemID="{8749EA57-08A7-43CA-A845-5F6B0478829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8C4D25C3-873C-4C53-9166-E36A3E5D9C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Bevel</Template>
  <TotalTime>1008</TotalTime>
  <Words>1865</Words>
  <Application>Microsoft Macintosh PowerPoint</Application>
  <PresentationFormat>Widescreen</PresentationFormat>
  <Paragraphs>73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Bierstadt</vt:lpstr>
      <vt:lpstr>Calibri</vt:lpstr>
      <vt:lpstr>Bevel</vt:lpstr>
      <vt:lpstr>React JS</vt:lpstr>
      <vt:lpstr>Fundamentos de React</vt:lpstr>
      <vt:lpstr>React: Introducción</vt:lpstr>
      <vt:lpstr>Propósito y utilidad de React</vt:lpstr>
      <vt:lpstr>¿Para qué sirve React?</vt:lpstr>
      <vt:lpstr>Cómo usar React en proyectos modernos</vt:lpstr>
      <vt:lpstr>¿Cómo se usa React?</vt:lpstr>
      <vt:lpstr>Conceptos esenciales en React</vt:lpstr>
      <vt:lpstr>Conceptos clave</vt:lpstr>
      <vt:lpstr>Ejemplo práctico de React</vt:lpstr>
      <vt:lpstr>Ejemplo de componente básico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David Osvaldo Vazquez Sagahon</cp:lastModifiedBy>
  <cp:revision>2</cp:revision>
  <dcterms:created xsi:type="dcterms:W3CDTF">2025-08-21T02:25:28Z</dcterms:created>
  <dcterms:modified xsi:type="dcterms:W3CDTF">2026-02-16T01:14:15Z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