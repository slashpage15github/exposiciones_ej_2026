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s-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0" d="100"/>
          <a:sy n="80" d="100"/>
        </p:scale>
        <p:origin x="754"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EAEE0BF-28FE-F115-8243-BFCF1CE23E1C}"/>
              </a:ext>
            </a:extLst>
          </p:cNvPr>
          <p:cNvSpPr>
            <a:spLocks noGrp="1"/>
          </p:cNvSpPr>
          <p:nvPr>
            <p:ph type="ctrTitle"/>
          </p:nvPr>
        </p:nvSpPr>
        <p:spPr>
          <a:xfrm>
            <a:off x="1524000" y="1122363"/>
            <a:ext cx="9144000" cy="2387600"/>
          </a:xfrm>
        </p:spPr>
        <p:txBody>
          <a:bodyPr anchor="b"/>
          <a:lstStyle>
            <a:lvl1pPr algn="ctr">
              <a:defRPr sz="6000"/>
            </a:lvl1pPr>
          </a:lstStyle>
          <a:p>
            <a:r>
              <a:rPr lang="es-MX"/>
              <a:t>Haz clic para modificar el estilo de título del patrón</a:t>
            </a:r>
            <a:endParaRPr lang="es-US"/>
          </a:p>
        </p:txBody>
      </p:sp>
      <p:sp>
        <p:nvSpPr>
          <p:cNvPr id="3" name="Subtítulo 2">
            <a:extLst>
              <a:ext uri="{FF2B5EF4-FFF2-40B4-BE49-F238E27FC236}">
                <a16:creationId xmlns:a16="http://schemas.microsoft.com/office/drawing/2014/main" id="{ABCF6357-8AC9-A2B4-1422-5BF61B20ED0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a:t>Haz clic para editar el estilo de subtítulo del patrón</a:t>
            </a:r>
            <a:endParaRPr lang="es-US"/>
          </a:p>
        </p:txBody>
      </p:sp>
      <p:sp>
        <p:nvSpPr>
          <p:cNvPr id="4" name="Marcador de fecha 3">
            <a:extLst>
              <a:ext uri="{FF2B5EF4-FFF2-40B4-BE49-F238E27FC236}">
                <a16:creationId xmlns:a16="http://schemas.microsoft.com/office/drawing/2014/main" id="{534459CB-0B9E-FEF4-FEF8-396937B16170}"/>
              </a:ext>
            </a:extLst>
          </p:cNvPr>
          <p:cNvSpPr>
            <a:spLocks noGrp="1"/>
          </p:cNvSpPr>
          <p:nvPr>
            <p:ph type="dt" sz="half" idx="10"/>
          </p:nvPr>
        </p:nvSpPr>
        <p:spPr/>
        <p:txBody>
          <a:bodyPr/>
          <a:lstStyle/>
          <a:p>
            <a:fld id="{CF36CCBE-C949-B248-BD3C-4CD823894AD1}" type="datetimeFigureOut">
              <a:rPr lang="es-US" smtClean="0"/>
              <a:t>2/13/2026</a:t>
            </a:fld>
            <a:endParaRPr lang="es-US"/>
          </a:p>
        </p:txBody>
      </p:sp>
      <p:sp>
        <p:nvSpPr>
          <p:cNvPr id="5" name="Marcador de pie de página 4">
            <a:extLst>
              <a:ext uri="{FF2B5EF4-FFF2-40B4-BE49-F238E27FC236}">
                <a16:creationId xmlns:a16="http://schemas.microsoft.com/office/drawing/2014/main" id="{2687A661-A648-E8BE-6888-E7B446DAF7F4}"/>
              </a:ext>
            </a:extLst>
          </p:cNvPr>
          <p:cNvSpPr>
            <a:spLocks noGrp="1"/>
          </p:cNvSpPr>
          <p:nvPr>
            <p:ph type="ftr" sz="quarter" idx="11"/>
          </p:nvPr>
        </p:nvSpPr>
        <p:spPr/>
        <p:txBody>
          <a:bodyPr/>
          <a:lstStyle/>
          <a:p>
            <a:endParaRPr lang="es-US"/>
          </a:p>
        </p:txBody>
      </p:sp>
      <p:sp>
        <p:nvSpPr>
          <p:cNvPr id="6" name="Marcador de número de diapositiva 5">
            <a:extLst>
              <a:ext uri="{FF2B5EF4-FFF2-40B4-BE49-F238E27FC236}">
                <a16:creationId xmlns:a16="http://schemas.microsoft.com/office/drawing/2014/main" id="{B9B552A4-7A62-1538-EC53-6C0BF286E309}"/>
              </a:ext>
            </a:extLst>
          </p:cNvPr>
          <p:cNvSpPr>
            <a:spLocks noGrp="1"/>
          </p:cNvSpPr>
          <p:nvPr>
            <p:ph type="sldNum" sz="quarter" idx="12"/>
          </p:nvPr>
        </p:nvSpPr>
        <p:spPr/>
        <p:txBody>
          <a:bodyPr/>
          <a:lstStyle/>
          <a:p>
            <a:fld id="{BBB43523-CEF2-FB4C-AD1C-0B35130D8C10}" type="slidenum">
              <a:rPr lang="es-US" smtClean="0"/>
              <a:t>‹Nº›</a:t>
            </a:fld>
            <a:endParaRPr lang="es-US"/>
          </a:p>
        </p:txBody>
      </p:sp>
    </p:spTree>
    <p:extLst>
      <p:ext uri="{BB962C8B-B14F-4D97-AF65-F5344CB8AC3E}">
        <p14:creationId xmlns:p14="http://schemas.microsoft.com/office/powerpoint/2010/main" val="4331383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D0F5616-CAD6-E7EC-678C-E66323DBAF10}"/>
              </a:ext>
            </a:extLst>
          </p:cNvPr>
          <p:cNvSpPr>
            <a:spLocks noGrp="1"/>
          </p:cNvSpPr>
          <p:nvPr>
            <p:ph type="title"/>
          </p:nvPr>
        </p:nvSpPr>
        <p:spPr/>
        <p:txBody>
          <a:bodyPr/>
          <a:lstStyle/>
          <a:p>
            <a:r>
              <a:rPr lang="es-MX"/>
              <a:t>Haz clic para modificar el estilo de título del patrón</a:t>
            </a:r>
            <a:endParaRPr lang="es-US"/>
          </a:p>
        </p:txBody>
      </p:sp>
      <p:sp>
        <p:nvSpPr>
          <p:cNvPr id="3" name="Marcador de contenido 2">
            <a:extLst>
              <a:ext uri="{FF2B5EF4-FFF2-40B4-BE49-F238E27FC236}">
                <a16:creationId xmlns:a16="http://schemas.microsoft.com/office/drawing/2014/main" id="{CBF52A80-17CC-8390-AE75-C797C46F8782}"/>
              </a:ext>
            </a:extLst>
          </p:cNvPr>
          <p:cNvSpPr>
            <a:spLocks noGrp="1"/>
          </p:cNvSpPr>
          <p:nvPr>
            <p:ph idx="1"/>
          </p:nvPr>
        </p:nvSpPr>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US"/>
          </a:p>
        </p:txBody>
      </p:sp>
      <p:sp>
        <p:nvSpPr>
          <p:cNvPr id="4" name="Marcador de fecha 3">
            <a:extLst>
              <a:ext uri="{FF2B5EF4-FFF2-40B4-BE49-F238E27FC236}">
                <a16:creationId xmlns:a16="http://schemas.microsoft.com/office/drawing/2014/main" id="{891E0FC8-566B-DEC7-F384-60A7CBECBE48}"/>
              </a:ext>
            </a:extLst>
          </p:cNvPr>
          <p:cNvSpPr>
            <a:spLocks noGrp="1"/>
          </p:cNvSpPr>
          <p:nvPr>
            <p:ph type="dt" sz="half" idx="10"/>
          </p:nvPr>
        </p:nvSpPr>
        <p:spPr/>
        <p:txBody>
          <a:bodyPr/>
          <a:lstStyle/>
          <a:p>
            <a:fld id="{CF36CCBE-C949-B248-BD3C-4CD823894AD1}" type="datetimeFigureOut">
              <a:rPr lang="es-US" smtClean="0"/>
              <a:t>2/13/2026</a:t>
            </a:fld>
            <a:endParaRPr lang="es-US"/>
          </a:p>
        </p:txBody>
      </p:sp>
      <p:sp>
        <p:nvSpPr>
          <p:cNvPr id="5" name="Marcador de pie de página 4">
            <a:extLst>
              <a:ext uri="{FF2B5EF4-FFF2-40B4-BE49-F238E27FC236}">
                <a16:creationId xmlns:a16="http://schemas.microsoft.com/office/drawing/2014/main" id="{6981A53F-BDD7-E982-1046-8F3A98B47743}"/>
              </a:ext>
            </a:extLst>
          </p:cNvPr>
          <p:cNvSpPr>
            <a:spLocks noGrp="1"/>
          </p:cNvSpPr>
          <p:nvPr>
            <p:ph type="ftr" sz="quarter" idx="11"/>
          </p:nvPr>
        </p:nvSpPr>
        <p:spPr/>
        <p:txBody>
          <a:bodyPr/>
          <a:lstStyle/>
          <a:p>
            <a:endParaRPr lang="es-US"/>
          </a:p>
        </p:txBody>
      </p:sp>
      <p:sp>
        <p:nvSpPr>
          <p:cNvPr id="6" name="Marcador de número de diapositiva 5">
            <a:extLst>
              <a:ext uri="{FF2B5EF4-FFF2-40B4-BE49-F238E27FC236}">
                <a16:creationId xmlns:a16="http://schemas.microsoft.com/office/drawing/2014/main" id="{85808B8C-5DAD-56B4-3AEF-CCCA2A9CA1C4}"/>
              </a:ext>
            </a:extLst>
          </p:cNvPr>
          <p:cNvSpPr>
            <a:spLocks noGrp="1"/>
          </p:cNvSpPr>
          <p:nvPr>
            <p:ph type="sldNum" sz="quarter" idx="12"/>
          </p:nvPr>
        </p:nvSpPr>
        <p:spPr/>
        <p:txBody>
          <a:bodyPr/>
          <a:lstStyle/>
          <a:p>
            <a:fld id="{BBB43523-CEF2-FB4C-AD1C-0B35130D8C10}" type="slidenum">
              <a:rPr lang="es-US" smtClean="0"/>
              <a:t>‹Nº›</a:t>
            </a:fld>
            <a:endParaRPr lang="es-US"/>
          </a:p>
        </p:txBody>
      </p:sp>
    </p:spTree>
    <p:extLst>
      <p:ext uri="{BB962C8B-B14F-4D97-AF65-F5344CB8AC3E}">
        <p14:creationId xmlns:p14="http://schemas.microsoft.com/office/powerpoint/2010/main" val="575098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5F13EA0-3E7A-93C3-D67C-9471384BCB28}"/>
              </a:ext>
            </a:extLst>
          </p:cNvPr>
          <p:cNvSpPr>
            <a:spLocks noGrp="1"/>
          </p:cNvSpPr>
          <p:nvPr>
            <p:ph type="title"/>
          </p:nvPr>
        </p:nvSpPr>
        <p:spPr>
          <a:xfrm>
            <a:off x="831850" y="1709738"/>
            <a:ext cx="10515600" cy="2852737"/>
          </a:xfrm>
        </p:spPr>
        <p:txBody>
          <a:bodyPr anchor="b"/>
          <a:lstStyle>
            <a:lvl1pPr>
              <a:defRPr sz="6000"/>
            </a:lvl1pPr>
          </a:lstStyle>
          <a:p>
            <a:r>
              <a:rPr lang="es-MX"/>
              <a:t>Haz clic para modificar el estilo de título del patrón</a:t>
            </a:r>
            <a:endParaRPr lang="es-US"/>
          </a:p>
        </p:txBody>
      </p:sp>
      <p:sp>
        <p:nvSpPr>
          <p:cNvPr id="3" name="Marcador de texto 2">
            <a:extLst>
              <a:ext uri="{FF2B5EF4-FFF2-40B4-BE49-F238E27FC236}">
                <a16:creationId xmlns:a16="http://schemas.microsoft.com/office/drawing/2014/main" id="{133B6FC4-B908-E965-B905-734E630BDBD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MX"/>
              <a:t>Haga clic para modificar los estilos de texto del patrón</a:t>
            </a:r>
          </a:p>
        </p:txBody>
      </p:sp>
      <p:sp>
        <p:nvSpPr>
          <p:cNvPr id="4" name="Marcador de fecha 3">
            <a:extLst>
              <a:ext uri="{FF2B5EF4-FFF2-40B4-BE49-F238E27FC236}">
                <a16:creationId xmlns:a16="http://schemas.microsoft.com/office/drawing/2014/main" id="{F5008992-C08C-C35D-FF51-A443B5ED0BA7}"/>
              </a:ext>
            </a:extLst>
          </p:cNvPr>
          <p:cNvSpPr>
            <a:spLocks noGrp="1"/>
          </p:cNvSpPr>
          <p:nvPr>
            <p:ph type="dt" sz="half" idx="10"/>
          </p:nvPr>
        </p:nvSpPr>
        <p:spPr/>
        <p:txBody>
          <a:bodyPr/>
          <a:lstStyle/>
          <a:p>
            <a:fld id="{CF36CCBE-C949-B248-BD3C-4CD823894AD1}" type="datetimeFigureOut">
              <a:rPr lang="es-US" smtClean="0"/>
              <a:t>2/13/2026</a:t>
            </a:fld>
            <a:endParaRPr lang="es-US"/>
          </a:p>
        </p:txBody>
      </p:sp>
      <p:sp>
        <p:nvSpPr>
          <p:cNvPr id="5" name="Marcador de pie de página 4">
            <a:extLst>
              <a:ext uri="{FF2B5EF4-FFF2-40B4-BE49-F238E27FC236}">
                <a16:creationId xmlns:a16="http://schemas.microsoft.com/office/drawing/2014/main" id="{EE0DEDE3-7BA6-7D48-A2B8-BDBB3BC66361}"/>
              </a:ext>
            </a:extLst>
          </p:cNvPr>
          <p:cNvSpPr>
            <a:spLocks noGrp="1"/>
          </p:cNvSpPr>
          <p:nvPr>
            <p:ph type="ftr" sz="quarter" idx="11"/>
          </p:nvPr>
        </p:nvSpPr>
        <p:spPr/>
        <p:txBody>
          <a:bodyPr/>
          <a:lstStyle/>
          <a:p>
            <a:endParaRPr lang="es-US"/>
          </a:p>
        </p:txBody>
      </p:sp>
      <p:sp>
        <p:nvSpPr>
          <p:cNvPr id="6" name="Marcador de número de diapositiva 5">
            <a:extLst>
              <a:ext uri="{FF2B5EF4-FFF2-40B4-BE49-F238E27FC236}">
                <a16:creationId xmlns:a16="http://schemas.microsoft.com/office/drawing/2014/main" id="{9B59C441-5BD8-F069-953E-C15D78D46511}"/>
              </a:ext>
            </a:extLst>
          </p:cNvPr>
          <p:cNvSpPr>
            <a:spLocks noGrp="1"/>
          </p:cNvSpPr>
          <p:nvPr>
            <p:ph type="sldNum" sz="quarter" idx="12"/>
          </p:nvPr>
        </p:nvSpPr>
        <p:spPr/>
        <p:txBody>
          <a:bodyPr/>
          <a:lstStyle/>
          <a:p>
            <a:fld id="{BBB43523-CEF2-FB4C-AD1C-0B35130D8C10}" type="slidenum">
              <a:rPr lang="es-US" smtClean="0"/>
              <a:t>‹Nº›</a:t>
            </a:fld>
            <a:endParaRPr lang="es-US"/>
          </a:p>
        </p:txBody>
      </p:sp>
    </p:spTree>
    <p:extLst>
      <p:ext uri="{BB962C8B-B14F-4D97-AF65-F5344CB8AC3E}">
        <p14:creationId xmlns:p14="http://schemas.microsoft.com/office/powerpoint/2010/main" val="18067051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C25AB31-6213-D9CE-A204-F04E31C4C6F6}"/>
              </a:ext>
            </a:extLst>
          </p:cNvPr>
          <p:cNvSpPr>
            <a:spLocks noGrp="1"/>
          </p:cNvSpPr>
          <p:nvPr>
            <p:ph type="title"/>
          </p:nvPr>
        </p:nvSpPr>
        <p:spPr/>
        <p:txBody>
          <a:bodyPr/>
          <a:lstStyle/>
          <a:p>
            <a:r>
              <a:rPr lang="es-MX"/>
              <a:t>Haz clic para modificar el estilo de título del patrón</a:t>
            </a:r>
            <a:endParaRPr lang="es-US"/>
          </a:p>
        </p:txBody>
      </p:sp>
      <p:sp>
        <p:nvSpPr>
          <p:cNvPr id="3" name="Marcador de contenido 2">
            <a:extLst>
              <a:ext uri="{FF2B5EF4-FFF2-40B4-BE49-F238E27FC236}">
                <a16:creationId xmlns:a16="http://schemas.microsoft.com/office/drawing/2014/main" id="{E2872D02-FFBA-4A39-F47C-3E66B7E8EB57}"/>
              </a:ext>
            </a:extLst>
          </p:cNvPr>
          <p:cNvSpPr>
            <a:spLocks noGrp="1"/>
          </p:cNvSpPr>
          <p:nvPr>
            <p:ph sz="half" idx="1"/>
          </p:nvPr>
        </p:nvSpPr>
        <p:spPr>
          <a:xfrm>
            <a:off x="838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US"/>
          </a:p>
        </p:txBody>
      </p:sp>
      <p:sp>
        <p:nvSpPr>
          <p:cNvPr id="4" name="Marcador de contenido 3">
            <a:extLst>
              <a:ext uri="{FF2B5EF4-FFF2-40B4-BE49-F238E27FC236}">
                <a16:creationId xmlns:a16="http://schemas.microsoft.com/office/drawing/2014/main" id="{F964357A-6433-D790-7D6E-5B81EB1D3A0A}"/>
              </a:ext>
            </a:extLst>
          </p:cNvPr>
          <p:cNvSpPr>
            <a:spLocks noGrp="1"/>
          </p:cNvSpPr>
          <p:nvPr>
            <p:ph sz="half" idx="2"/>
          </p:nvPr>
        </p:nvSpPr>
        <p:spPr>
          <a:xfrm>
            <a:off x="6172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US"/>
          </a:p>
        </p:txBody>
      </p:sp>
      <p:sp>
        <p:nvSpPr>
          <p:cNvPr id="5" name="Marcador de fecha 4">
            <a:extLst>
              <a:ext uri="{FF2B5EF4-FFF2-40B4-BE49-F238E27FC236}">
                <a16:creationId xmlns:a16="http://schemas.microsoft.com/office/drawing/2014/main" id="{CB949B8C-B5BF-5317-22DE-40F19B6E0C30}"/>
              </a:ext>
            </a:extLst>
          </p:cNvPr>
          <p:cNvSpPr>
            <a:spLocks noGrp="1"/>
          </p:cNvSpPr>
          <p:nvPr>
            <p:ph type="dt" sz="half" idx="10"/>
          </p:nvPr>
        </p:nvSpPr>
        <p:spPr/>
        <p:txBody>
          <a:bodyPr/>
          <a:lstStyle/>
          <a:p>
            <a:fld id="{CF36CCBE-C949-B248-BD3C-4CD823894AD1}" type="datetimeFigureOut">
              <a:rPr lang="es-US" smtClean="0"/>
              <a:t>2/13/2026</a:t>
            </a:fld>
            <a:endParaRPr lang="es-US"/>
          </a:p>
        </p:txBody>
      </p:sp>
      <p:sp>
        <p:nvSpPr>
          <p:cNvPr id="6" name="Marcador de pie de página 5">
            <a:extLst>
              <a:ext uri="{FF2B5EF4-FFF2-40B4-BE49-F238E27FC236}">
                <a16:creationId xmlns:a16="http://schemas.microsoft.com/office/drawing/2014/main" id="{4166EA9A-BE4F-6B28-C984-B78DE308233C}"/>
              </a:ext>
            </a:extLst>
          </p:cNvPr>
          <p:cNvSpPr>
            <a:spLocks noGrp="1"/>
          </p:cNvSpPr>
          <p:nvPr>
            <p:ph type="ftr" sz="quarter" idx="11"/>
          </p:nvPr>
        </p:nvSpPr>
        <p:spPr/>
        <p:txBody>
          <a:bodyPr/>
          <a:lstStyle/>
          <a:p>
            <a:endParaRPr lang="es-US"/>
          </a:p>
        </p:txBody>
      </p:sp>
      <p:sp>
        <p:nvSpPr>
          <p:cNvPr id="7" name="Marcador de número de diapositiva 6">
            <a:extLst>
              <a:ext uri="{FF2B5EF4-FFF2-40B4-BE49-F238E27FC236}">
                <a16:creationId xmlns:a16="http://schemas.microsoft.com/office/drawing/2014/main" id="{1BBAA36B-F9D7-4893-C29A-926D0E44C853}"/>
              </a:ext>
            </a:extLst>
          </p:cNvPr>
          <p:cNvSpPr>
            <a:spLocks noGrp="1"/>
          </p:cNvSpPr>
          <p:nvPr>
            <p:ph type="sldNum" sz="quarter" idx="12"/>
          </p:nvPr>
        </p:nvSpPr>
        <p:spPr/>
        <p:txBody>
          <a:bodyPr/>
          <a:lstStyle/>
          <a:p>
            <a:fld id="{BBB43523-CEF2-FB4C-AD1C-0B35130D8C10}" type="slidenum">
              <a:rPr lang="es-US" smtClean="0"/>
              <a:t>‹Nº›</a:t>
            </a:fld>
            <a:endParaRPr lang="es-US"/>
          </a:p>
        </p:txBody>
      </p:sp>
    </p:spTree>
    <p:extLst>
      <p:ext uri="{BB962C8B-B14F-4D97-AF65-F5344CB8AC3E}">
        <p14:creationId xmlns:p14="http://schemas.microsoft.com/office/powerpoint/2010/main" val="19585692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BDD7FE3-0FA4-429D-BDC4-D2BC873D34D9}"/>
              </a:ext>
            </a:extLst>
          </p:cNvPr>
          <p:cNvSpPr>
            <a:spLocks noGrp="1"/>
          </p:cNvSpPr>
          <p:nvPr>
            <p:ph type="title"/>
          </p:nvPr>
        </p:nvSpPr>
        <p:spPr>
          <a:xfrm>
            <a:off x="839788" y="365125"/>
            <a:ext cx="10515600" cy="1325563"/>
          </a:xfrm>
        </p:spPr>
        <p:txBody>
          <a:bodyPr/>
          <a:lstStyle/>
          <a:p>
            <a:r>
              <a:rPr lang="es-MX"/>
              <a:t>Haz clic para modificar el estilo de título del patrón</a:t>
            </a:r>
            <a:endParaRPr lang="es-US"/>
          </a:p>
        </p:txBody>
      </p:sp>
      <p:sp>
        <p:nvSpPr>
          <p:cNvPr id="3" name="Marcador de texto 2">
            <a:extLst>
              <a:ext uri="{FF2B5EF4-FFF2-40B4-BE49-F238E27FC236}">
                <a16:creationId xmlns:a16="http://schemas.microsoft.com/office/drawing/2014/main" id="{08FE51D2-7740-170E-6581-2B3A572DE65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4" name="Marcador de contenido 3">
            <a:extLst>
              <a:ext uri="{FF2B5EF4-FFF2-40B4-BE49-F238E27FC236}">
                <a16:creationId xmlns:a16="http://schemas.microsoft.com/office/drawing/2014/main" id="{1549F1B7-AFC7-20AF-7ABA-E75237049C3B}"/>
              </a:ext>
            </a:extLst>
          </p:cNvPr>
          <p:cNvSpPr>
            <a:spLocks noGrp="1"/>
          </p:cNvSpPr>
          <p:nvPr>
            <p:ph sz="half" idx="2"/>
          </p:nvPr>
        </p:nvSpPr>
        <p:spPr>
          <a:xfrm>
            <a:off x="839788" y="2505075"/>
            <a:ext cx="5157787"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US"/>
          </a:p>
        </p:txBody>
      </p:sp>
      <p:sp>
        <p:nvSpPr>
          <p:cNvPr id="5" name="Marcador de texto 4">
            <a:extLst>
              <a:ext uri="{FF2B5EF4-FFF2-40B4-BE49-F238E27FC236}">
                <a16:creationId xmlns:a16="http://schemas.microsoft.com/office/drawing/2014/main" id="{FC52171B-DCE1-EA39-98FC-203A430ABEE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6" name="Marcador de contenido 5">
            <a:extLst>
              <a:ext uri="{FF2B5EF4-FFF2-40B4-BE49-F238E27FC236}">
                <a16:creationId xmlns:a16="http://schemas.microsoft.com/office/drawing/2014/main" id="{D81E5397-0601-36FA-FE7E-F8258E235FC7}"/>
              </a:ext>
            </a:extLst>
          </p:cNvPr>
          <p:cNvSpPr>
            <a:spLocks noGrp="1"/>
          </p:cNvSpPr>
          <p:nvPr>
            <p:ph sz="quarter" idx="4"/>
          </p:nvPr>
        </p:nvSpPr>
        <p:spPr>
          <a:xfrm>
            <a:off x="6172200" y="2505075"/>
            <a:ext cx="5183188"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US"/>
          </a:p>
        </p:txBody>
      </p:sp>
      <p:sp>
        <p:nvSpPr>
          <p:cNvPr id="7" name="Marcador de fecha 6">
            <a:extLst>
              <a:ext uri="{FF2B5EF4-FFF2-40B4-BE49-F238E27FC236}">
                <a16:creationId xmlns:a16="http://schemas.microsoft.com/office/drawing/2014/main" id="{62E6E9E5-3E6C-6C1A-AA87-137E87B0D47F}"/>
              </a:ext>
            </a:extLst>
          </p:cNvPr>
          <p:cNvSpPr>
            <a:spLocks noGrp="1"/>
          </p:cNvSpPr>
          <p:nvPr>
            <p:ph type="dt" sz="half" idx="10"/>
          </p:nvPr>
        </p:nvSpPr>
        <p:spPr/>
        <p:txBody>
          <a:bodyPr/>
          <a:lstStyle/>
          <a:p>
            <a:fld id="{CF36CCBE-C949-B248-BD3C-4CD823894AD1}" type="datetimeFigureOut">
              <a:rPr lang="es-US" smtClean="0"/>
              <a:t>2/13/2026</a:t>
            </a:fld>
            <a:endParaRPr lang="es-US"/>
          </a:p>
        </p:txBody>
      </p:sp>
      <p:sp>
        <p:nvSpPr>
          <p:cNvPr id="8" name="Marcador de pie de página 7">
            <a:extLst>
              <a:ext uri="{FF2B5EF4-FFF2-40B4-BE49-F238E27FC236}">
                <a16:creationId xmlns:a16="http://schemas.microsoft.com/office/drawing/2014/main" id="{1C42A524-BC91-4CB3-0079-573539C6F387}"/>
              </a:ext>
            </a:extLst>
          </p:cNvPr>
          <p:cNvSpPr>
            <a:spLocks noGrp="1"/>
          </p:cNvSpPr>
          <p:nvPr>
            <p:ph type="ftr" sz="quarter" idx="11"/>
          </p:nvPr>
        </p:nvSpPr>
        <p:spPr/>
        <p:txBody>
          <a:bodyPr/>
          <a:lstStyle/>
          <a:p>
            <a:endParaRPr lang="es-US"/>
          </a:p>
        </p:txBody>
      </p:sp>
      <p:sp>
        <p:nvSpPr>
          <p:cNvPr id="9" name="Marcador de número de diapositiva 8">
            <a:extLst>
              <a:ext uri="{FF2B5EF4-FFF2-40B4-BE49-F238E27FC236}">
                <a16:creationId xmlns:a16="http://schemas.microsoft.com/office/drawing/2014/main" id="{B1673BFF-4BD0-21A1-4A2C-C76D19ED61B7}"/>
              </a:ext>
            </a:extLst>
          </p:cNvPr>
          <p:cNvSpPr>
            <a:spLocks noGrp="1"/>
          </p:cNvSpPr>
          <p:nvPr>
            <p:ph type="sldNum" sz="quarter" idx="12"/>
          </p:nvPr>
        </p:nvSpPr>
        <p:spPr/>
        <p:txBody>
          <a:bodyPr/>
          <a:lstStyle/>
          <a:p>
            <a:fld id="{BBB43523-CEF2-FB4C-AD1C-0B35130D8C10}" type="slidenum">
              <a:rPr lang="es-US" smtClean="0"/>
              <a:t>‹Nº›</a:t>
            </a:fld>
            <a:endParaRPr lang="es-US"/>
          </a:p>
        </p:txBody>
      </p:sp>
    </p:spTree>
    <p:extLst>
      <p:ext uri="{BB962C8B-B14F-4D97-AF65-F5344CB8AC3E}">
        <p14:creationId xmlns:p14="http://schemas.microsoft.com/office/powerpoint/2010/main" val="19130871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BECCCD3-CDE2-CA71-871F-0A247EFC11DA}"/>
              </a:ext>
            </a:extLst>
          </p:cNvPr>
          <p:cNvSpPr>
            <a:spLocks noGrp="1"/>
          </p:cNvSpPr>
          <p:nvPr>
            <p:ph type="title"/>
          </p:nvPr>
        </p:nvSpPr>
        <p:spPr/>
        <p:txBody>
          <a:bodyPr/>
          <a:lstStyle/>
          <a:p>
            <a:r>
              <a:rPr lang="es-MX"/>
              <a:t>Haz clic para modificar el estilo de título del patrón</a:t>
            </a:r>
            <a:endParaRPr lang="es-US"/>
          </a:p>
        </p:txBody>
      </p:sp>
      <p:sp>
        <p:nvSpPr>
          <p:cNvPr id="3" name="Marcador de fecha 2">
            <a:extLst>
              <a:ext uri="{FF2B5EF4-FFF2-40B4-BE49-F238E27FC236}">
                <a16:creationId xmlns:a16="http://schemas.microsoft.com/office/drawing/2014/main" id="{8BE6F178-598B-4EC9-4AD4-9557A02D0F1A}"/>
              </a:ext>
            </a:extLst>
          </p:cNvPr>
          <p:cNvSpPr>
            <a:spLocks noGrp="1"/>
          </p:cNvSpPr>
          <p:nvPr>
            <p:ph type="dt" sz="half" idx="10"/>
          </p:nvPr>
        </p:nvSpPr>
        <p:spPr/>
        <p:txBody>
          <a:bodyPr/>
          <a:lstStyle/>
          <a:p>
            <a:fld id="{CF36CCBE-C949-B248-BD3C-4CD823894AD1}" type="datetimeFigureOut">
              <a:rPr lang="es-US" smtClean="0"/>
              <a:t>2/13/2026</a:t>
            </a:fld>
            <a:endParaRPr lang="es-US"/>
          </a:p>
        </p:txBody>
      </p:sp>
      <p:sp>
        <p:nvSpPr>
          <p:cNvPr id="4" name="Marcador de pie de página 3">
            <a:extLst>
              <a:ext uri="{FF2B5EF4-FFF2-40B4-BE49-F238E27FC236}">
                <a16:creationId xmlns:a16="http://schemas.microsoft.com/office/drawing/2014/main" id="{9EAF69EA-3169-4959-AF00-7E6572ECB4E6}"/>
              </a:ext>
            </a:extLst>
          </p:cNvPr>
          <p:cNvSpPr>
            <a:spLocks noGrp="1"/>
          </p:cNvSpPr>
          <p:nvPr>
            <p:ph type="ftr" sz="quarter" idx="11"/>
          </p:nvPr>
        </p:nvSpPr>
        <p:spPr/>
        <p:txBody>
          <a:bodyPr/>
          <a:lstStyle/>
          <a:p>
            <a:endParaRPr lang="es-US"/>
          </a:p>
        </p:txBody>
      </p:sp>
      <p:sp>
        <p:nvSpPr>
          <p:cNvPr id="5" name="Marcador de número de diapositiva 4">
            <a:extLst>
              <a:ext uri="{FF2B5EF4-FFF2-40B4-BE49-F238E27FC236}">
                <a16:creationId xmlns:a16="http://schemas.microsoft.com/office/drawing/2014/main" id="{0F1EE056-382C-3CC5-0935-DC270626AF62}"/>
              </a:ext>
            </a:extLst>
          </p:cNvPr>
          <p:cNvSpPr>
            <a:spLocks noGrp="1"/>
          </p:cNvSpPr>
          <p:nvPr>
            <p:ph type="sldNum" sz="quarter" idx="12"/>
          </p:nvPr>
        </p:nvSpPr>
        <p:spPr/>
        <p:txBody>
          <a:bodyPr/>
          <a:lstStyle/>
          <a:p>
            <a:fld id="{BBB43523-CEF2-FB4C-AD1C-0B35130D8C10}" type="slidenum">
              <a:rPr lang="es-US" smtClean="0"/>
              <a:t>‹Nº›</a:t>
            </a:fld>
            <a:endParaRPr lang="es-US"/>
          </a:p>
        </p:txBody>
      </p:sp>
    </p:spTree>
    <p:extLst>
      <p:ext uri="{BB962C8B-B14F-4D97-AF65-F5344CB8AC3E}">
        <p14:creationId xmlns:p14="http://schemas.microsoft.com/office/powerpoint/2010/main" val="23081453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6A4CB6DB-BDA0-5092-3514-3D264A32722C}"/>
              </a:ext>
            </a:extLst>
          </p:cNvPr>
          <p:cNvSpPr>
            <a:spLocks noGrp="1"/>
          </p:cNvSpPr>
          <p:nvPr>
            <p:ph type="dt" sz="half" idx="10"/>
          </p:nvPr>
        </p:nvSpPr>
        <p:spPr/>
        <p:txBody>
          <a:bodyPr/>
          <a:lstStyle/>
          <a:p>
            <a:fld id="{CF36CCBE-C949-B248-BD3C-4CD823894AD1}" type="datetimeFigureOut">
              <a:rPr lang="es-US" smtClean="0"/>
              <a:t>2/13/2026</a:t>
            </a:fld>
            <a:endParaRPr lang="es-US"/>
          </a:p>
        </p:txBody>
      </p:sp>
      <p:sp>
        <p:nvSpPr>
          <p:cNvPr id="3" name="Marcador de pie de página 2">
            <a:extLst>
              <a:ext uri="{FF2B5EF4-FFF2-40B4-BE49-F238E27FC236}">
                <a16:creationId xmlns:a16="http://schemas.microsoft.com/office/drawing/2014/main" id="{25C79B3C-0FF3-9BC7-4464-DB75E236147C}"/>
              </a:ext>
            </a:extLst>
          </p:cNvPr>
          <p:cNvSpPr>
            <a:spLocks noGrp="1"/>
          </p:cNvSpPr>
          <p:nvPr>
            <p:ph type="ftr" sz="quarter" idx="11"/>
          </p:nvPr>
        </p:nvSpPr>
        <p:spPr/>
        <p:txBody>
          <a:bodyPr/>
          <a:lstStyle/>
          <a:p>
            <a:endParaRPr lang="es-US"/>
          </a:p>
        </p:txBody>
      </p:sp>
      <p:sp>
        <p:nvSpPr>
          <p:cNvPr id="4" name="Marcador de número de diapositiva 3">
            <a:extLst>
              <a:ext uri="{FF2B5EF4-FFF2-40B4-BE49-F238E27FC236}">
                <a16:creationId xmlns:a16="http://schemas.microsoft.com/office/drawing/2014/main" id="{FA940E2A-AE88-A98B-0A88-987454C5A79B}"/>
              </a:ext>
            </a:extLst>
          </p:cNvPr>
          <p:cNvSpPr>
            <a:spLocks noGrp="1"/>
          </p:cNvSpPr>
          <p:nvPr>
            <p:ph type="sldNum" sz="quarter" idx="12"/>
          </p:nvPr>
        </p:nvSpPr>
        <p:spPr/>
        <p:txBody>
          <a:bodyPr/>
          <a:lstStyle/>
          <a:p>
            <a:fld id="{BBB43523-CEF2-FB4C-AD1C-0B35130D8C10}" type="slidenum">
              <a:rPr lang="es-US" smtClean="0"/>
              <a:t>‹Nº›</a:t>
            </a:fld>
            <a:endParaRPr lang="es-US"/>
          </a:p>
        </p:txBody>
      </p:sp>
    </p:spTree>
    <p:extLst>
      <p:ext uri="{BB962C8B-B14F-4D97-AF65-F5344CB8AC3E}">
        <p14:creationId xmlns:p14="http://schemas.microsoft.com/office/powerpoint/2010/main" val="31218752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E1901BE-3EDC-3200-EA55-4A3E84360B06}"/>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endParaRPr lang="es-US"/>
          </a:p>
        </p:txBody>
      </p:sp>
      <p:sp>
        <p:nvSpPr>
          <p:cNvPr id="3" name="Marcador de contenido 2">
            <a:extLst>
              <a:ext uri="{FF2B5EF4-FFF2-40B4-BE49-F238E27FC236}">
                <a16:creationId xmlns:a16="http://schemas.microsoft.com/office/drawing/2014/main" id="{E1218AED-7037-8FE9-B814-73F6EB36F3F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US"/>
          </a:p>
        </p:txBody>
      </p:sp>
      <p:sp>
        <p:nvSpPr>
          <p:cNvPr id="4" name="Marcador de texto 3">
            <a:extLst>
              <a:ext uri="{FF2B5EF4-FFF2-40B4-BE49-F238E27FC236}">
                <a16:creationId xmlns:a16="http://schemas.microsoft.com/office/drawing/2014/main" id="{0F217BA5-7D7A-B467-E658-5718C17D61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02C625DD-9720-54D5-445B-AF0829B0696A}"/>
              </a:ext>
            </a:extLst>
          </p:cNvPr>
          <p:cNvSpPr>
            <a:spLocks noGrp="1"/>
          </p:cNvSpPr>
          <p:nvPr>
            <p:ph type="dt" sz="half" idx="10"/>
          </p:nvPr>
        </p:nvSpPr>
        <p:spPr/>
        <p:txBody>
          <a:bodyPr/>
          <a:lstStyle/>
          <a:p>
            <a:fld id="{CF36CCBE-C949-B248-BD3C-4CD823894AD1}" type="datetimeFigureOut">
              <a:rPr lang="es-US" smtClean="0"/>
              <a:t>2/13/2026</a:t>
            </a:fld>
            <a:endParaRPr lang="es-US"/>
          </a:p>
        </p:txBody>
      </p:sp>
      <p:sp>
        <p:nvSpPr>
          <p:cNvPr id="6" name="Marcador de pie de página 5">
            <a:extLst>
              <a:ext uri="{FF2B5EF4-FFF2-40B4-BE49-F238E27FC236}">
                <a16:creationId xmlns:a16="http://schemas.microsoft.com/office/drawing/2014/main" id="{B92F9889-6D23-2581-FCAE-170CA61C4601}"/>
              </a:ext>
            </a:extLst>
          </p:cNvPr>
          <p:cNvSpPr>
            <a:spLocks noGrp="1"/>
          </p:cNvSpPr>
          <p:nvPr>
            <p:ph type="ftr" sz="quarter" idx="11"/>
          </p:nvPr>
        </p:nvSpPr>
        <p:spPr/>
        <p:txBody>
          <a:bodyPr/>
          <a:lstStyle/>
          <a:p>
            <a:endParaRPr lang="es-US"/>
          </a:p>
        </p:txBody>
      </p:sp>
      <p:sp>
        <p:nvSpPr>
          <p:cNvPr id="7" name="Marcador de número de diapositiva 6">
            <a:extLst>
              <a:ext uri="{FF2B5EF4-FFF2-40B4-BE49-F238E27FC236}">
                <a16:creationId xmlns:a16="http://schemas.microsoft.com/office/drawing/2014/main" id="{9438992D-37DD-6F75-1A80-F7C14142ECB0}"/>
              </a:ext>
            </a:extLst>
          </p:cNvPr>
          <p:cNvSpPr>
            <a:spLocks noGrp="1"/>
          </p:cNvSpPr>
          <p:nvPr>
            <p:ph type="sldNum" sz="quarter" idx="12"/>
          </p:nvPr>
        </p:nvSpPr>
        <p:spPr/>
        <p:txBody>
          <a:bodyPr/>
          <a:lstStyle/>
          <a:p>
            <a:fld id="{BBB43523-CEF2-FB4C-AD1C-0B35130D8C10}" type="slidenum">
              <a:rPr lang="es-US" smtClean="0"/>
              <a:t>‹Nº›</a:t>
            </a:fld>
            <a:endParaRPr lang="es-US"/>
          </a:p>
        </p:txBody>
      </p:sp>
    </p:spTree>
    <p:extLst>
      <p:ext uri="{BB962C8B-B14F-4D97-AF65-F5344CB8AC3E}">
        <p14:creationId xmlns:p14="http://schemas.microsoft.com/office/powerpoint/2010/main" val="18578309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1221984-EE2F-B311-0A14-0B07049E38B7}"/>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endParaRPr lang="es-US"/>
          </a:p>
        </p:txBody>
      </p:sp>
      <p:sp>
        <p:nvSpPr>
          <p:cNvPr id="3" name="Marcador de posición de imagen 2">
            <a:extLst>
              <a:ext uri="{FF2B5EF4-FFF2-40B4-BE49-F238E27FC236}">
                <a16:creationId xmlns:a16="http://schemas.microsoft.com/office/drawing/2014/main" id="{5B0F8129-07A0-71B5-24DE-EFE3975C44E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US"/>
          </a:p>
        </p:txBody>
      </p:sp>
      <p:sp>
        <p:nvSpPr>
          <p:cNvPr id="4" name="Marcador de texto 3">
            <a:extLst>
              <a:ext uri="{FF2B5EF4-FFF2-40B4-BE49-F238E27FC236}">
                <a16:creationId xmlns:a16="http://schemas.microsoft.com/office/drawing/2014/main" id="{65280F59-59A7-F507-0F9D-E6A8C22806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B88D197B-A491-D99E-F58D-27314BE7EBCB}"/>
              </a:ext>
            </a:extLst>
          </p:cNvPr>
          <p:cNvSpPr>
            <a:spLocks noGrp="1"/>
          </p:cNvSpPr>
          <p:nvPr>
            <p:ph type="dt" sz="half" idx="10"/>
          </p:nvPr>
        </p:nvSpPr>
        <p:spPr/>
        <p:txBody>
          <a:bodyPr/>
          <a:lstStyle/>
          <a:p>
            <a:fld id="{CF36CCBE-C949-B248-BD3C-4CD823894AD1}" type="datetimeFigureOut">
              <a:rPr lang="es-US" smtClean="0"/>
              <a:t>2/13/2026</a:t>
            </a:fld>
            <a:endParaRPr lang="es-US"/>
          </a:p>
        </p:txBody>
      </p:sp>
      <p:sp>
        <p:nvSpPr>
          <p:cNvPr id="6" name="Marcador de pie de página 5">
            <a:extLst>
              <a:ext uri="{FF2B5EF4-FFF2-40B4-BE49-F238E27FC236}">
                <a16:creationId xmlns:a16="http://schemas.microsoft.com/office/drawing/2014/main" id="{0F55CAD1-4FA3-22F2-764F-78A7DB744E56}"/>
              </a:ext>
            </a:extLst>
          </p:cNvPr>
          <p:cNvSpPr>
            <a:spLocks noGrp="1"/>
          </p:cNvSpPr>
          <p:nvPr>
            <p:ph type="ftr" sz="quarter" idx="11"/>
          </p:nvPr>
        </p:nvSpPr>
        <p:spPr/>
        <p:txBody>
          <a:bodyPr/>
          <a:lstStyle/>
          <a:p>
            <a:endParaRPr lang="es-US"/>
          </a:p>
        </p:txBody>
      </p:sp>
      <p:sp>
        <p:nvSpPr>
          <p:cNvPr id="7" name="Marcador de número de diapositiva 6">
            <a:extLst>
              <a:ext uri="{FF2B5EF4-FFF2-40B4-BE49-F238E27FC236}">
                <a16:creationId xmlns:a16="http://schemas.microsoft.com/office/drawing/2014/main" id="{8FFD9136-2A6A-551C-880E-D1AA9444D949}"/>
              </a:ext>
            </a:extLst>
          </p:cNvPr>
          <p:cNvSpPr>
            <a:spLocks noGrp="1"/>
          </p:cNvSpPr>
          <p:nvPr>
            <p:ph type="sldNum" sz="quarter" idx="12"/>
          </p:nvPr>
        </p:nvSpPr>
        <p:spPr/>
        <p:txBody>
          <a:bodyPr/>
          <a:lstStyle/>
          <a:p>
            <a:fld id="{BBB43523-CEF2-FB4C-AD1C-0B35130D8C10}" type="slidenum">
              <a:rPr lang="es-US" smtClean="0"/>
              <a:t>‹Nº›</a:t>
            </a:fld>
            <a:endParaRPr lang="es-US"/>
          </a:p>
        </p:txBody>
      </p:sp>
    </p:spTree>
    <p:extLst>
      <p:ext uri="{BB962C8B-B14F-4D97-AF65-F5344CB8AC3E}">
        <p14:creationId xmlns:p14="http://schemas.microsoft.com/office/powerpoint/2010/main" val="13838990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9571556-F834-5400-523F-101BE287AE78}"/>
              </a:ext>
            </a:extLst>
          </p:cNvPr>
          <p:cNvSpPr>
            <a:spLocks noGrp="1"/>
          </p:cNvSpPr>
          <p:nvPr>
            <p:ph type="title"/>
          </p:nvPr>
        </p:nvSpPr>
        <p:spPr/>
        <p:txBody>
          <a:bodyPr/>
          <a:lstStyle/>
          <a:p>
            <a:r>
              <a:rPr lang="es-MX"/>
              <a:t>Haz clic para modificar el estilo de título del patrón</a:t>
            </a:r>
            <a:endParaRPr lang="es-US"/>
          </a:p>
        </p:txBody>
      </p:sp>
      <p:sp>
        <p:nvSpPr>
          <p:cNvPr id="3" name="Marcador de texto vertical 2">
            <a:extLst>
              <a:ext uri="{FF2B5EF4-FFF2-40B4-BE49-F238E27FC236}">
                <a16:creationId xmlns:a16="http://schemas.microsoft.com/office/drawing/2014/main" id="{00825AC9-C0FD-5967-B846-FDFB3DDAD5CE}"/>
              </a:ext>
            </a:extLst>
          </p:cNvPr>
          <p:cNvSpPr>
            <a:spLocks noGrp="1"/>
          </p:cNvSpPr>
          <p:nvPr>
            <p:ph type="body" orient="vert" idx="1"/>
          </p:nvPr>
        </p:nvSpPr>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US"/>
          </a:p>
        </p:txBody>
      </p:sp>
      <p:sp>
        <p:nvSpPr>
          <p:cNvPr id="4" name="Marcador de fecha 3">
            <a:extLst>
              <a:ext uri="{FF2B5EF4-FFF2-40B4-BE49-F238E27FC236}">
                <a16:creationId xmlns:a16="http://schemas.microsoft.com/office/drawing/2014/main" id="{0B3370C3-1CEF-577B-D86B-4233068CD709}"/>
              </a:ext>
            </a:extLst>
          </p:cNvPr>
          <p:cNvSpPr>
            <a:spLocks noGrp="1"/>
          </p:cNvSpPr>
          <p:nvPr>
            <p:ph type="dt" sz="half" idx="10"/>
          </p:nvPr>
        </p:nvSpPr>
        <p:spPr/>
        <p:txBody>
          <a:bodyPr/>
          <a:lstStyle/>
          <a:p>
            <a:fld id="{CF36CCBE-C949-B248-BD3C-4CD823894AD1}" type="datetimeFigureOut">
              <a:rPr lang="es-US" smtClean="0"/>
              <a:t>2/13/2026</a:t>
            </a:fld>
            <a:endParaRPr lang="es-US"/>
          </a:p>
        </p:txBody>
      </p:sp>
      <p:sp>
        <p:nvSpPr>
          <p:cNvPr id="5" name="Marcador de pie de página 4">
            <a:extLst>
              <a:ext uri="{FF2B5EF4-FFF2-40B4-BE49-F238E27FC236}">
                <a16:creationId xmlns:a16="http://schemas.microsoft.com/office/drawing/2014/main" id="{F5D0AE35-CD44-6104-DE22-6EA363C9D081}"/>
              </a:ext>
            </a:extLst>
          </p:cNvPr>
          <p:cNvSpPr>
            <a:spLocks noGrp="1"/>
          </p:cNvSpPr>
          <p:nvPr>
            <p:ph type="ftr" sz="quarter" idx="11"/>
          </p:nvPr>
        </p:nvSpPr>
        <p:spPr/>
        <p:txBody>
          <a:bodyPr/>
          <a:lstStyle/>
          <a:p>
            <a:endParaRPr lang="es-US"/>
          </a:p>
        </p:txBody>
      </p:sp>
      <p:sp>
        <p:nvSpPr>
          <p:cNvPr id="6" name="Marcador de número de diapositiva 5">
            <a:extLst>
              <a:ext uri="{FF2B5EF4-FFF2-40B4-BE49-F238E27FC236}">
                <a16:creationId xmlns:a16="http://schemas.microsoft.com/office/drawing/2014/main" id="{E36D706A-7C46-D9B3-B92A-328DF30FE751}"/>
              </a:ext>
            </a:extLst>
          </p:cNvPr>
          <p:cNvSpPr>
            <a:spLocks noGrp="1"/>
          </p:cNvSpPr>
          <p:nvPr>
            <p:ph type="sldNum" sz="quarter" idx="12"/>
          </p:nvPr>
        </p:nvSpPr>
        <p:spPr/>
        <p:txBody>
          <a:bodyPr/>
          <a:lstStyle/>
          <a:p>
            <a:fld id="{BBB43523-CEF2-FB4C-AD1C-0B35130D8C10}" type="slidenum">
              <a:rPr lang="es-US" smtClean="0"/>
              <a:t>‹Nº›</a:t>
            </a:fld>
            <a:endParaRPr lang="es-US"/>
          </a:p>
        </p:txBody>
      </p:sp>
    </p:spTree>
    <p:extLst>
      <p:ext uri="{BB962C8B-B14F-4D97-AF65-F5344CB8AC3E}">
        <p14:creationId xmlns:p14="http://schemas.microsoft.com/office/powerpoint/2010/main" val="13303338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A1BEA024-3956-4BF9-54EE-20C6606AFDD2}"/>
              </a:ext>
            </a:extLst>
          </p:cNvPr>
          <p:cNvSpPr>
            <a:spLocks noGrp="1"/>
          </p:cNvSpPr>
          <p:nvPr>
            <p:ph type="title" orient="vert"/>
          </p:nvPr>
        </p:nvSpPr>
        <p:spPr>
          <a:xfrm>
            <a:off x="8724900" y="365125"/>
            <a:ext cx="2628900" cy="5811838"/>
          </a:xfrm>
        </p:spPr>
        <p:txBody>
          <a:bodyPr vert="eaVert"/>
          <a:lstStyle/>
          <a:p>
            <a:r>
              <a:rPr lang="es-MX"/>
              <a:t>Haz clic para modificar el estilo de título del patrón</a:t>
            </a:r>
            <a:endParaRPr lang="es-US"/>
          </a:p>
        </p:txBody>
      </p:sp>
      <p:sp>
        <p:nvSpPr>
          <p:cNvPr id="3" name="Marcador de texto vertical 2">
            <a:extLst>
              <a:ext uri="{FF2B5EF4-FFF2-40B4-BE49-F238E27FC236}">
                <a16:creationId xmlns:a16="http://schemas.microsoft.com/office/drawing/2014/main" id="{85273E3F-5B98-84B7-3EA0-5DECE66603AB}"/>
              </a:ext>
            </a:extLst>
          </p:cNvPr>
          <p:cNvSpPr>
            <a:spLocks noGrp="1"/>
          </p:cNvSpPr>
          <p:nvPr>
            <p:ph type="body" orient="vert" idx="1"/>
          </p:nvPr>
        </p:nvSpPr>
        <p:spPr>
          <a:xfrm>
            <a:off x="838200" y="365125"/>
            <a:ext cx="7734300" cy="5811838"/>
          </a:xfrm>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US"/>
          </a:p>
        </p:txBody>
      </p:sp>
      <p:sp>
        <p:nvSpPr>
          <p:cNvPr id="4" name="Marcador de fecha 3">
            <a:extLst>
              <a:ext uri="{FF2B5EF4-FFF2-40B4-BE49-F238E27FC236}">
                <a16:creationId xmlns:a16="http://schemas.microsoft.com/office/drawing/2014/main" id="{C0180936-23D3-9EC2-4F98-08C75410B024}"/>
              </a:ext>
            </a:extLst>
          </p:cNvPr>
          <p:cNvSpPr>
            <a:spLocks noGrp="1"/>
          </p:cNvSpPr>
          <p:nvPr>
            <p:ph type="dt" sz="half" idx="10"/>
          </p:nvPr>
        </p:nvSpPr>
        <p:spPr/>
        <p:txBody>
          <a:bodyPr/>
          <a:lstStyle/>
          <a:p>
            <a:fld id="{CF36CCBE-C949-B248-BD3C-4CD823894AD1}" type="datetimeFigureOut">
              <a:rPr lang="es-US" smtClean="0"/>
              <a:t>2/13/2026</a:t>
            </a:fld>
            <a:endParaRPr lang="es-US"/>
          </a:p>
        </p:txBody>
      </p:sp>
      <p:sp>
        <p:nvSpPr>
          <p:cNvPr id="5" name="Marcador de pie de página 4">
            <a:extLst>
              <a:ext uri="{FF2B5EF4-FFF2-40B4-BE49-F238E27FC236}">
                <a16:creationId xmlns:a16="http://schemas.microsoft.com/office/drawing/2014/main" id="{3513C64F-9A5E-F6F9-6574-4175DB322663}"/>
              </a:ext>
            </a:extLst>
          </p:cNvPr>
          <p:cNvSpPr>
            <a:spLocks noGrp="1"/>
          </p:cNvSpPr>
          <p:nvPr>
            <p:ph type="ftr" sz="quarter" idx="11"/>
          </p:nvPr>
        </p:nvSpPr>
        <p:spPr/>
        <p:txBody>
          <a:bodyPr/>
          <a:lstStyle/>
          <a:p>
            <a:endParaRPr lang="es-US"/>
          </a:p>
        </p:txBody>
      </p:sp>
      <p:sp>
        <p:nvSpPr>
          <p:cNvPr id="6" name="Marcador de número de diapositiva 5">
            <a:extLst>
              <a:ext uri="{FF2B5EF4-FFF2-40B4-BE49-F238E27FC236}">
                <a16:creationId xmlns:a16="http://schemas.microsoft.com/office/drawing/2014/main" id="{7E31E374-AE4C-E7C0-82ED-7048CBECA6DE}"/>
              </a:ext>
            </a:extLst>
          </p:cNvPr>
          <p:cNvSpPr>
            <a:spLocks noGrp="1"/>
          </p:cNvSpPr>
          <p:nvPr>
            <p:ph type="sldNum" sz="quarter" idx="12"/>
          </p:nvPr>
        </p:nvSpPr>
        <p:spPr/>
        <p:txBody>
          <a:bodyPr/>
          <a:lstStyle/>
          <a:p>
            <a:fld id="{BBB43523-CEF2-FB4C-AD1C-0B35130D8C10}" type="slidenum">
              <a:rPr lang="es-US" smtClean="0"/>
              <a:t>‹Nº›</a:t>
            </a:fld>
            <a:endParaRPr lang="es-US"/>
          </a:p>
        </p:txBody>
      </p:sp>
    </p:spTree>
    <p:extLst>
      <p:ext uri="{BB962C8B-B14F-4D97-AF65-F5344CB8AC3E}">
        <p14:creationId xmlns:p14="http://schemas.microsoft.com/office/powerpoint/2010/main" val="20849594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l="-6000" r="-6000"/>
          </a:stretch>
        </a:blipFill>
        <a:effectLst/>
      </p:bgPr>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103CDB7B-D3F8-858E-CE34-128AC770CE8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MX"/>
              <a:t>Haz clic para modificar el estilo de título del patrón</a:t>
            </a:r>
            <a:endParaRPr lang="es-US"/>
          </a:p>
        </p:txBody>
      </p:sp>
      <p:sp>
        <p:nvSpPr>
          <p:cNvPr id="3" name="Marcador de texto 2">
            <a:extLst>
              <a:ext uri="{FF2B5EF4-FFF2-40B4-BE49-F238E27FC236}">
                <a16:creationId xmlns:a16="http://schemas.microsoft.com/office/drawing/2014/main" id="{CC6F8E02-D99F-B2D3-05C1-3E93A3DCC00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US"/>
          </a:p>
        </p:txBody>
      </p:sp>
      <p:sp>
        <p:nvSpPr>
          <p:cNvPr id="4" name="Marcador de fecha 3">
            <a:extLst>
              <a:ext uri="{FF2B5EF4-FFF2-40B4-BE49-F238E27FC236}">
                <a16:creationId xmlns:a16="http://schemas.microsoft.com/office/drawing/2014/main" id="{25F6B559-9D03-BE53-804C-ED8FCB7FA36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F36CCBE-C949-B248-BD3C-4CD823894AD1}" type="datetimeFigureOut">
              <a:rPr lang="es-US" smtClean="0"/>
              <a:t>2/13/2026</a:t>
            </a:fld>
            <a:endParaRPr lang="es-US"/>
          </a:p>
        </p:txBody>
      </p:sp>
      <p:sp>
        <p:nvSpPr>
          <p:cNvPr id="5" name="Marcador de pie de página 4">
            <a:extLst>
              <a:ext uri="{FF2B5EF4-FFF2-40B4-BE49-F238E27FC236}">
                <a16:creationId xmlns:a16="http://schemas.microsoft.com/office/drawing/2014/main" id="{5A7EE6D5-5CDA-1F78-D432-D169059FAF9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US"/>
          </a:p>
        </p:txBody>
      </p:sp>
      <p:sp>
        <p:nvSpPr>
          <p:cNvPr id="6" name="Marcador de número de diapositiva 5">
            <a:extLst>
              <a:ext uri="{FF2B5EF4-FFF2-40B4-BE49-F238E27FC236}">
                <a16:creationId xmlns:a16="http://schemas.microsoft.com/office/drawing/2014/main" id="{5841A9BA-B6AA-8582-A4D5-CB0BCF8B2CA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BB43523-CEF2-FB4C-AD1C-0B35130D8C10}" type="slidenum">
              <a:rPr lang="es-US" smtClean="0"/>
              <a:t>‹Nº›</a:t>
            </a:fld>
            <a:endParaRPr lang="es-US"/>
          </a:p>
        </p:txBody>
      </p:sp>
    </p:spTree>
    <p:extLst>
      <p:ext uri="{BB962C8B-B14F-4D97-AF65-F5344CB8AC3E}">
        <p14:creationId xmlns:p14="http://schemas.microsoft.com/office/powerpoint/2010/main" val="33620876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E34D18D-9B52-7049-25F8-BA524FE15333}"/>
              </a:ext>
            </a:extLst>
          </p:cNvPr>
          <p:cNvSpPr>
            <a:spLocks noGrp="1"/>
          </p:cNvSpPr>
          <p:nvPr>
            <p:ph type="ctrTitle"/>
          </p:nvPr>
        </p:nvSpPr>
        <p:spPr/>
        <p:txBody>
          <a:bodyPr>
            <a:normAutofit/>
          </a:bodyPr>
          <a:lstStyle/>
          <a:p>
            <a:r>
              <a:rPr lang="es-US" sz="8800" dirty="0">
                <a:ln w="19050">
                  <a:solidFill>
                    <a:schemeClr val="tx1"/>
                  </a:solidFill>
                </a:ln>
                <a:solidFill>
                  <a:schemeClr val="accent5">
                    <a:lumMod val="75000"/>
                  </a:schemeClr>
                </a:solidFill>
                <a:latin typeface="Caramel" pitchFamily="50" charset="0"/>
              </a:rPr>
              <a:t>BOOTSTRAP</a:t>
            </a:r>
          </a:p>
        </p:txBody>
      </p:sp>
      <p:sp>
        <p:nvSpPr>
          <p:cNvPr id="3" name="Subtítulo 2">
            <a:extLst>
              <a:ext uri="{FF2B5EF4-FFF2-40B4-BE49-F238E27FC236}">
                <a16:creationId xmlns:a16="http://schemas.microsoft.com/office/drawing/2014/main" id="{2953D938-65EB-F9E0-06CD-5AAE7F7A0BF9}"/>
              </a:ext>
            </a:extLst>
          </p:cNvPr>
          <p:cNvSpPr>
            <a:spLocks noGrp="1"/>
          </p:cNvSpPr>
          <p:nvPr>
            <p:ph type="subTitle" idx="1"/>
          </p:nvPr>
        </p:nvSpPr>
        <p:spPr/>
        <p:txBody>
          <a:bodyPr/>
          <a:lstStyle/>
          <a:p>
            <a:r>
              <a:rPr lang="es-US" dirty="0" err="1"/>
              <a:t>Im</a:t>
            </a:r>
            <a:r>
              <a:rPr lang="es-US" dirty="0"/>
              <a:t>. Sarahí Coronado Carrión</a:t>
            </a:r>
          </a:p>
        </p:txBody>
      </p:sp>
    </p:spTree>
    <p:extLst>
      <p:ext uri="{BB962C8B-B14F-4D97-AF65-F5344CB8AC3E}">
        <p14:creationId xmlns:p14="http://schemas.microsoft.com/office/powerpoint/2010/main" val="1761907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9E1E08-623D-ECB5-4B98-8686FDCD90C7}"/>
              </a:ext>
            </a:extLst>
          </p:cNvPr>
          <p:cNvSpPr>
            <a:spLocks noGrp="1"/>
          </p:cNvSpPr>
          <p:nvPr>
            <p:ph type="title"/>
          </p:nvPr>
        </p:nvSpPr>
        <p:spPr/>
        <p:txBody>
          <a:bodyPr/>
          <a:lstStyle/>
          <a:p>
            <a:pPr algn="ctr"/>
            <a:r>
              <a:rPr lang="es-US" dirty="0">
                <a:latin typeface="Algerian" panose="04020705040A02060702" pitchFamily="82" charset="0"/>
              </a:rPr>
              <a:t>¿Qué es Bootstrap?</a:t>
            </a:r>
          </a:p>
        </p:txBody>
      </p:sp>
      <p:sp>
        <p:nvSpPr>
          <p:cNvPr id="3" name="Marcador de contenido 2">
            <a:extLst>
              <a:ext uri="{FF2B5EF4-FFF2-40B4-BE49-F238E27FC236}">
                <a16:creationId xmlns:a16="http://schemas.microsoft.com/office/drawing/2014/main" id="{2DFFD5AA-F605-70F6-A659-AE48D514E97C}"/>
              </a:ext>
            </a:extLst>
          </p:cNvPr>
          <p:cNvSpPr>
            <a:spLocks noGrp="1"/>
          </p:cNvSpPr>
          <p:nvPr>
            <p:ph idx="1"/>
          </p:nvPr>
        </p:nvSpPr>
        <p:spPr/>
        <p:txBody>
          <a:bodyPr>
            <a:normAutofit fontScale="92500" lnSpcReduction="20000"/>
          </a:bodyPr>
          <a:lstStyle/>
          <a:p>
            <a:pPr marL="0" indent="0" algn="just">
              <a:buNone/>
            </a:pPr>
            <a:r>
              <a:rPr lang="es-US" dirty="0">
                <a:latin typeface="Arial" panose="020B0604020202020204" pitchFamily="34" charset="0"/>
                <a:cs typeface="Arial" panose="020B0604020202020204" pitchFamily="34" charset="0"/>
              </a:rPr>
              <a:t>Bootstrap es un </a:t>
            </a:r>
            <a:r>
              <a:rPr lang="es-US" dirty="0" err="1">
                <a:latin typeface="Arial" panose="020B0604020202020204" pitchFamily="34" charset="0"/>
                <a:cs typeface="Arial" panose="020B0604020202020204" pitchFamily="34" charset="0"/>
              </a:rPr>
              <a:t>framework</a:t>
            </a:r>
            <a:r>
              <a:rPr lang="es-US" dirty="0">
                <a:latin typeface="Arial" panose="020B0604020202020204" pitchFamily="34" charset="0"/>
                <a:cs typeface="Arial" panose="020B0604020202020204" pitchFamily="34" charset="0"/>
              </a:rPr>
              <a:t> de desarrollo </a:t>
            </a:r>
            <a:r>
              <a:rPr lang="es-US" dirty="0" err="1">
                <a:latin typeface="Arial" panose="020B0604020202020204" pitchFamily="34" charset="0"/>
                <a:cs typeface="Arial" panose="020B0604020202020204" pitchFamily="34" charset="0"/>
              </a:rPr>
              <a:t>frontend</a:t>
            </a:r>
            <a:r>
              <a:rPr lang="es-US" dirty="0">
                <a:latin typeface="Arial" panose="020B0604020202020204" pitchFamily="34" charset="0"/>
                <a:cs typeface="Arial" panose="020B0604020202020204" pitchFamily="34" charset="0"/>
              </a:rPr>
              <a:t> que permite crear sitios web modernos, responsivos y estéticamente agradables de manera rápida. Fue desarrollado por Twitter en 2011 con el objetivo de estandarizar el diseño interno de sus aplicaciones.
Cuando hablamos de </a:t>
            </a:r>
            <a:r>
              <a:rPr lang="es-US" dirty="0" err="1">
                <a:latin typeface="Arial" panose="020B0604020202020204" pitchFamily="34" charset="0"/>
                <a:cs typeface="Arial" panose="020B0604020202020204" pitchFamily="34" charset="0"/>
              </a:rPr>
              <a:t>framework</a:t>
            </a:r>
            <a:r>
              <a:rPr lang="es-US" dirty="0">
                <a:latin typeface="Arial" panose="020B0604020202020204" pitchFamily="34" charset="0"/>
                <a:cs typeface="Arial" panose="020B0604020202020204" pitchFamily="34" charset="0"/>
              </a:rPr>
              <a:t>, nos referimos a un conjunto de herramientas, estilos CSS y componentes JavaScript ya predefinidos que facilitan el desarrollo web. En lugar de escribir todo el CSS desde cero, Bootstrap proporciona clases listas para usar, como botones, formularios, tarjetas, barras de navegación y sistemas de </a:t>
            </a:r>
            <a:r>
              <a:rPr lang="es-US" dirty="0" err="1">
                <a:latin typeface="Arial" panose="020B0604020202020204" pitchFamily="34" charset="0"/>
                <a:cs typeface="Arial" panose="020B0604020202020204" pitchFamily="34" charset="0"/>
              </a:rPr>
              <a:t>grid</a:t>
            </a:r>
            <a:r>
              <a:rPr lang="es-US" dirty="0">
                <a:latin typeface="Arial" panose="020B0604020202020204" pitchFamily="34" charset="0"/>
                <a:cs typeface="Arial" panose="020B0604020202020204" pitchFamily="34" charset="0"/>
              </a:rPr>
              <a:t>.
Esto permite que el desarrollador se enfoque más en la lógica y funcionalidad que en el diseño básico</a:t>
            </a:r>
          </a:p>
        </p:txBody>
      </p:sp>
    </p:spTree>
    <p:extLst>
      <p:ext uri="{BB962C8B-B14F-4D97-AF65-F5344CB8AC3E}">
        <p14:creationId xmlns:p14="http://schemas.microsoft.com/office/powerpoint/2010/main" val="6472188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6C5B059-54EF-E011-3815-900913C7D702}"/>
              </a:ext>
            </a:extLst>
          </p:cNvPr>
          <p:cNvSpPr>
            <a:spLocks noGrp="1"/>
          </p:cNvSpPr>
          <p:nvPr>
            <p:ph type="title"/>
          </p:nvPr>
        </p:nvSpPr>
        <p:spPr/>
        <p:txBody>
          <a:bodyPr/>
          <a:lstStyle/>
          <a:p>
            <a:pPr algn="ctr"/>
            <a:r>
              <a:rPr lang="es-US" dirty="0">
                <a:latin typeface="Algerian" panose="04020705040A02060702" pitchFamily="82" charset="0"/>
              </a:rPr>
              <a:t>¿Por qué se considera un </a:t>
            </a:r>
            <a:r>
              <a:rPr lang="es-US" dirty="0" err="1">
                <a:latin typeface="Algerian" panose="04020705040A02060702" pitchFamily="82" charset="0"/>
              </a:rPr>
              <a:t>framework</a:t>
            </a:r>
            <a:r>
              <a:rPr lang="es-US" dirty="0">
                <a:latin typeface="Algerian" panose="04020705040A02060702" pitchFamily="82" charset="0"/>
              </a:rPr>
              <a:t>?</a:t>
            </a:r>
          </a:p>
        </p:txBody>
      </p:sp>
      <p:sp>
        <p:nvSpPr>
          <p:cNvPr id="3" name="Marcador de contenido 2">
            <a:extLst>
              <a:ext uri="{FF2B5EF4-FFF2-40B4-BE49-F238E27FC236}">
                <a16:creationId xmlns:a16="http://schemas.microsoft.com/office/drawing/2014/main" id="{1A7100CB-912C-F769-77A4-1CDAF9567C13}"/>
              </a:ext>
            </a:extLst>
          </p:cNvPr>
          <p:cNvSpPr>
            <a:spLocks noGrp="1"/>
          </p:cNvSpPr>
          <p:nvPr>
            <p:ph idx="1"/>
          </p:nvPr>
        </p:nvSpPr>
        <p:spPr/>
        <p:txBody>
          <a:bodyPr>
            <a:normAutofit fontScale="92500"/>
          </a:bodyPr>
          <a:lstStyle/>
          <a:p>
            <a:pPr marL="0" indent="0">
              <a:buNone/>
            </a:pPr>
            <a:r>
              <a:rPr lang="es-US" dirty="0"/>
              <a:t>Bootstrap es un </a:t>
            </a:r>
            <a:r>
              <a:rPr lang="es-US" dirty="0" err="1"/>
              <a:t>framework</a:t>
            </a:r>
            <a:r>
              <a:rPr lang="es-US" dirty="0"/>
              <a:t> porque:
	•	Tiene una estructura organizada.
	•	Ofrece componentes reutilizables.
	•	Incluye sistema de diseño consistente.
	•	Proporciona herramientas CSS y JavaScript integradas.
	•	Facilita el diseño responsivo mediante su sistema de </a:t>
            </a:r>
            <a:r>
              <a:rPr lang="es-US" dirty="0" err="1"/>
              <a:t>grid</a:t>
            </a:r>
            <a:r>
              <a:rPr lang="es-US" dirty="0"/>
              <a:t>.
A diferencia de solo usar CSS puro, Bootstrap ya trae reglas </a:t>
            </a:r>
            <a:r>
              <a:rPr lang="es-US" dirty="0" err="1"/>
              <a:t>preconstruidas</a:t>
            </a:r>
            <a:r>
              <a:rPr lang="es-US" dirty="0"/>
              <a:t> que siguen buenas prácticas de diseño y adaptabilidad.</a:t>
            </a:r>
          </a:p>
        </p:txBody>
      </p:sp>
    </p:spTree>
    <p:extLst>
      <p:ext uri="{BB962C8B-B14F-4D97-AF65-F5344CB8AC3E}">
        <p14:creationId xmlns:p14="http://schemas.microsoft.com/office/powerpoint/2010/main" val="39483557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09DB008-2F6E-662E-2321-A7618C614E5D}"/>
              </a:ext>
            </a:extLst>
          </p:cNvPr>
          <p:cNvSpPr>
            <a:spLocks noGrp="1"/>
          </p:cNvSpPr>
          <p:nvPr>
            <p:ph type="title"/>
          </p:nvPr>
        </p:nvSpPr>
        <p:spPr>
          <a:xfrm>
            <a:off x="828675" y="365125"/>
            <a:ext cx="10515600" cy="1325563"/>
          </a:xfrm>
        </p:spPr>
        <p:txBody>
          <a:bodyPr/>
          <a:lstStyle/>
          <a:p>
            <a:pPr algn="ctr"/>
            <a:r>
              <a:rPr lang="es-US" dirty="0">
                <a:latin typeface="Algerian" panose="04020705040A02060702" pitchFamily="82" charset="0"/>
              </a:rPr>
              <a:t>Características principales de Bootstrap</a:t>
            </a:r>
          </a:p>
        </p:txBody>
      </p:sp>
      <p:sp>
        <p:nvSpPr>
          <p:cNvPr id="3" name="Marcador de contenido 2">
            <a:extLst>
              <a:ext uri="{FF2B5EF4-FFF2-40B4-BE49-F238E27FC236}">
                <a16:creationId xmlns:a16="http://schemas.microsoft.com/office/drawing/2014/main" id="{D5597DFE-2589-089A-BAD7-3EB801D18970}"/>
              </a:ext>
            </a:extLst>
          </p:cNvPr>
          <p:cNvSpPr>
            <a:spLocks noGrp="1"/>
          </p:cNvSpPr>
          <p:nvPr>
            <p:ph idx="1"/>
          </p:nvPr>
        </p:nvSpPr>
        <p:spPr/>
        <p:txBody>
          <a:bodyPr>
            <a:normAutofit fontScale="85000" lnSpcReduction="20000"/>
          </a:bodyPr>
          <a:lstStyle/>
          <a:p>
            <a:pPr marL="0" indent="0">
              <a:buNone/>
            </a:pPr>
            <a:r>
              <a:rPr lang="es-US" dirty="0">
                <a:latin typeface="Arial Black" panose="020B0A04020102020204" pitchFamily="34" charset="0"/>
              </a:rPr>
              <a:t>Sistema de </a:t>
            </a:r>
            <a:r>
              <a:rPr lang="es-US" dirty="0" err="1">
                <a:latin typeface="Arial Black" panose="020B0A04020102020204" pitchFamily="34" charset="0"/>
              </a:rPr>
              <a:t>Grid</a:t>
            </a:r>
            <a:r>
              <a:rPr lang="es-US" dirty="0"/>
              <a:t>
 Bootstrap utiliza un sistema de 12 columnas que permite dividir la pantalla en secciones proporcionales. Esto facilita el diseño responsivo, es decir, que la página se adapte automáticamente a celulares, </a:t>
            </a:r>
            <a:r>
              <a:rPr lang="es-US" dirty="0" err="1"/>
              <a:t>tablets</a:t>
            </a:r>
            <a:r>
              <a:rPr lang="es-US" dirty="0"/>
              <a:t> y computadoras.
Por ejemplo:
	•	col-12 ocupa todo el ancho.
	•	col-6 ocupa la mitad.
	•	col-md-4 ocupa 4 columnas en pantallas medianas.
Esto elimina la necesidad de escribir media </a:t>
            </a:r>
            <a:r>
              <a:rPr lang="es-US" dirty="0" err="1"/>
              <a:t>queries</a:t>
            </a:r>
            <a:r>
              <a:rPr lang="es-US" dirty="0"/>
              <a:t> manualmente en muchos casos.</a:t>
            </a:r>
          </a:p>
        </p:txBody>
      </p:sp>
    </p:spTree>
    <p:extLst>
      <p:ext uri="{BB962C8B-B14F-4D97-AF65-F5344CB8AC3E}">
        <p14:creationId xmlns:p14="http://schemas.microsoft.com/office/powerpoint/2010/main" val="34482616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BFADDF-AD13-2957-4B5C-7B153FD7B5E9}"/>
              </a:ext>
            </a:extLst>
          </p:cNvPr>
          <p:cNvSpPr>
            <a:spLocks noGrp="1"/>
          </p:cNvSpPr>
          <p:nvPr>
            <p:ph type="title"/>
          </p:nvPr>
        </p:nvSpPr>
        <p:spPr/>
        <p:txBody>
          <a:bodyPr/>
          <a:lstStyle/>
          <a:p>
            <a:pPr algn="ctr"/>
            <a:r>
              <a:rPr lang="es-US" dirty="0">
                <a:latin typeface="Algerian" panose="04020705040A02060702" pitchFamily="82" charset="0"/>
              </a:rPr>
              <a:t>Características principales de Bootstrap</a:t>
            </a:r>
          </a:p>
        </p:txBody>
      </p:sp>
      <p:sp>
        <p:nvSpPr>
          <p:cNvPr id="3" name="Marcador de contenido 2">
            <a:extLst>
              <a:ext uri="{FF2B5EF4-FFF2-40B4-BE49-F238E27FC236}">
                <a16:creationId xmlns:a16="http://schemas.microsoft.com/office/drawing/2014/main" id="{2543635F-ACF5-1952-55F0-89B40457F414}"/>
              </a:ext>
            </a:extLst>
          </p:cNvPr>
          <p:cNvSpPr>
            <a:spLocks noGrp="1"/>
          </p:cNvSpPr>
          <p:nvPr>
            <p:ph idx="1"/>
          </p:nvPr>
        </p:nvSpPr>
        <p:spPr/>
        <p:txBody>
          <a:bodyPr>
            <a:normAutofit fontScale="77500" lnSpcReduction="20000"/>
          </a:bodyPr>
          <a:lstStyle/>
          <a:p>
            <a:pPr marL="0" indent="0">
              <a:buNone/>
            </a:pPr>
            <a:r>
              <a:rPr lang="es-US" dirty="0">
                <a:latin typeface="Arial Black" panose="020B0A04020102020204" pitchFamily="34" charset="0"/>
              </a:rPr>
              <a:t>Componentes </a:t>
            </a:r>
            <a:r>
              <a:rPr lang="es-US" dirty="0" err="1">
                <a:latin typeface="Arial Black" panose="020B0A04020102020204" pitchFamily="34" charset="0"/>
              </a:rPr>
              <a:t>preconstruidos</a:t>
            </a:r>
            <a:endParaRPr lang="es-US" dirty="0">
              <a:latin typeface="Arial Black" panose="020B0A04020102020204" pitchFamily="34" charset="0"/>
            </a:endParaRPr>
          </a:p>
          <a:p>
            <a:pPr marL="0" indent="0">
              <a:buNone/>
            </a:pPr>
            <a:r>
              <a:rPr lang="es-US" dirty="0"/>
              <a:t>Bootstrap incluye:
	•	Botones estilizados
	•	Formularios
	•	Alertas
	•	</a:t>
            </a:r>
            <a:r>
              <a:rPr lang="es-US" dirty="0" err="1"/>
              <a:t>Cards</a:t>
            </a:r>
            <a:r>
              <a:rPr lang="es-US" dirty="0"/>
              <a:t>
	•	Modales
	•	</a:t>
            </a:r>
            <a:r>
              <a:rPr lang="es-US" dirty="0" err="1"/>
              <a:t>Navbar</a:t>
            </a:r>
            <a:r>
              <a:rPr lang="es-US" dirty="0"/>
              <a:t>
	•	Carruseles
Estos componentes ya vienen diseñados profesionalmente y solo se activan usando clases específicas.</a:t>
            </a:r>
          </a:p>
        </p:txBody>
      </p:sp>
    </p:spTree>
    <p:extLst>
      <p:ext uri="{BB962C8B-B14F-4D97-AF65-F5344CB8AC3E}">
        <p14:creationId xmlns:p14="http://schemas.microsoft.com/office/powerpoint/2010/main" val="21160829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C61D533-6D5F-D470-5C48-A2B002D17944}"/>
              </a:ext>
            </a:extLst>
          </p:cNvPr>
          <p:cNvSpPr>
            <a:spLocks noGrp="1"/>
          </p:cNvSpPr>
          <p:nvPr>
            <p:ph type="title"/>
          </p:nvPr>
        </p:nvSpPr>
        <p:spPr/>
        <p:txBody>
          <a:bodyPr/>
          <a:lstStyle/>
          <a:p>
            <a:pPr algn="ctr"/>
            <a:r>
              <a:rPr lang="es-US" dirty="0">
                <a:latin typeface="Algerian" panose="04020705040A02060702" pitchFamily="82" charset="0"/>
              </a:rPr>
              <a:t>Características principales de Bootstrap</a:t>
            </a:r>
          </a:p>
        </p:txBody>
      </p:sp>
      <p:sp>
        <p:nvSpPr>
          <p:cNvPr id="3" name="Marcador de contenido 2">
            <a:extLst>
              <a:ext uri="{FF2B5EF4-FFF2-40B4-BE49-F238E27FC236}">
                <a16:creationId xmlns:a16="http://schemas.microsoft.com/office/drawing/2014/main" id="{DCA7E1FA-9F5D-24E4-11CC-E607DEC60AC9}"/>
              </a:ext>
            </a:extLst>
          </p:cNvPr>
          <p:cNvSpPr>
            <a:spLocks noGrp="1"/>
          </p:cNvSpPr>
          <p:nvPr>
            <p:ph idx="1"/>
          </p:nvPr>
        </p:nvSpPr>
        <p:spPr/>
        <p:txBody>
          <a:bodyPr/>
          <a:lstStyle/>
          <a:p>
            <a:pPr marL="0" indent="0">
              <a:buNone/>
            </a:pPr>
            <a:r>
              <a:rPr lang="es-US" dirty="0" err="1">
                <a:latin typeface="Arial Black" panose="020B0A04020102020204" pitchFamily="34" charset="0"/>
              </a:rPr>
              <a:t>Responsividad</a:t>
            </a:r>
            <a:endParaRPr lang="es-US" dirty="0">
              <a:latin typeface="Arial Black" panose="020B0A04020102020204" pitchFamily="34" charset="0"/>
            </a:endParaRPr>
          </a:p>
          <a:p>
            <a:r>
              <a:rPr lang="es-US" dirty="0"/>
              <a:t>Bootstrap está diseñado bajo el enfoque </a:t>
            </a:r>
            <a:r>
              <a:rPr lang="es-US" dirty="0" err="1"/>
              <a:t>mobile-first</a:t>
            </a:r>
            <a:r>
              <a:rPr lang="es-US" dirty="0"/>
              <a:t>, lo que significa que primero se diseña para dispositivos móviles y luego se adapta a pantallas más grandes.</a:t>
            </a:r>
          </a:p>
        </p:txBody>
      </p:sp>
    </p:spTree>
    <p:extLst>
      <p:ext uri="{BB962C8B-B14F-4D97-AF65-F5344CB8AC3E}">
        <p14:creationId xmlns:p14="http://schemas.microsoft.com/office/powerpoint/2010/main" val="3121744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BACCB1C-B104-7B9B-4257-C20585021F68}"/>
              </a:ext>
            </a:extLst>
          </p:cNvPr>
          <p:cNvSpPr>
            <a:spLocks noGrp="1"/>
          </p:cNvSpPr>
          <p:nvPr>
            <p:ph type="title"/>
          </p:nvPr>
        </p:nvSpPr>
        <p:spPr/>
        <p:txBody>
          <a:bodyPr/>
          <a:lstStyle/>
          <a:p>
            <a:pPr algn="ctr"/>
            <a:r>
              <a:rPr lang="es-US" dirty="0">
                <a:latin typeface="Algerian" panose="04020705040A02060702" pitchFamily="82" charset="0"/>
              </a:rPr>
              <a:t>Características principales de Bootstrap</a:t>
            </a:r>
          </a:p>
        </p:txBody>
      </p:sp>
      <p:sp>
        <p:nvSpPr>
          <p:cNvPr id="3" name="Marcador de contenido 2">
            <a:extLst>
              <a:ext uri="{FF2B5EF4-FFF2-40B4-BE49-F238E27FC236}">
                <a16:creationId xmlns:a16="http://schemas.microsoft.com/office/drawing/2014/main" id="{07FE4366-8A3E-C0EB-E075-8707029B513C}"/>
              </a:ext>
            </a:extLst>
          </p:cNvPr>
          <p:cNvSpPr>
            <a:spLocks noGrp="1"/>
          </p:cNvSpPr>
          <p:nvPr>
            <p:ph idx="1"/>
          </p:nvPr>
        </p:nvSpPr>
        <p:spPr/>
        <p:txBody>
          <a:bodyPr>
            <a:normAutofit lnSpcReduction="10000"/>
          </a:bodyPr>
          <a:lstStyle/>
          <a:p>
            <a:pPr marL="0" indent="0">
              <a:buNone/>
            </a:pPr>
            <a:r>
              <a:rPr lang="es-US" dirty="0">
                <a:latin typeface="Arial Black" panose="020B0A04020102020204" pitchFamily="34" charset="0"/>
              </a:rPr>
              <a:t>Utilidades</a:t>
            </a:r>
          </a:p>
          <a:p>
            <a:pPr marL="0" indent="0">
              <a:buNone/>
            </a:pPr>
            <a:r>
              <a:rPr lang="es-US" dirty="0"/>
              <a:t>Incluye clases utilitarias para:
	•	Márgenes (m-3)
	•	</a:t>
            </a:r>
            <a:r>
              <a:rPr lang="es-US" dirty="0" err="1"/>
              <a:t>Padding</a:t>
            </a:r>
            <a:r>
              <a:rPr lang="es-US" dirty="0"/>
              <a:t> (p-4)
	•	Colores (</a:t>
            </a:r>
            <a:r>
              <a:rPr lang="es-US" dirty="0" err="1"/>
              <a:t>bg-primary</a:t>
            </a:r>
            <a:r>
              <a:rPr lang="es-US" dirty="0"/>
              <a:t>)
	•	Texto (</a:t>
            </a:r>
            <a:r>
              <a:rPr lang="es-US" dirty="0" err="1"/>
              <a:t>text</a:t>
            </a:r>
            <a:r>
              <a:rPr lang="es-US" dirty="0"/>
              <a:t>-center)
	•	</a:t>
            </a:r>
            <a:r>
              <a:rPr lang="es-US" dirty="0" err="1"/>
              <a:t>Display</a:t>
            </a:r>
            <a:r>
              <a:rPr lang="es-US" dirty="0"/>
              <a:t> (d-</a:t>
            </a:r>
            <a:r>
              <a:rPr lang="es-US" dirty="0" err="1"/>
              <a:t>flex</a:t>
            </a:r>
            <a:r>
              <a:rPr lang="es-US" dirty="0"/>
              <a:t>)
Esto permite modificar el diseño sin escribir CSS adicional.</a:t>
            </a:r>
          </a:p>
        </p:txBody>
      </p:sp>
    </p:spTree>
    <p:extLst>
      <p:ext uri="{BB962C8B-B14F-4D97-AF65-F5344CB8AC3E}">
        <p14:creationId xmlns:p14="http://schemas.microsoft.com/office/powerpoint/2010/main" val="10670439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FACA3BC-B540-B20D-6435-587A386D7058}"/>
              </a:ext>
            </a:extLst>
          </p:cNvPr>
          <p:cNvSpPr>
            <a:spLocks noGrp="1"/>
          </p:cNvSpPr>
          <p:nvPr>
            <p:ph type="title"/>
          </p:nvPr>
        </p:nvSpPr>
        <p:spPr/>
        <p:txBody>
          <a:bodyPr/>
          <a:lstStyle/>
          <a:p>
            <a:pPr algn="ctr"/>
            <a:r>
              <a:rPr lang="es-US" dirty="0">
                <a:latin typeface="Algerian" panose="04020705040A02060702" pitchFamily="82" charset="0"/>
              </a:rPr>
              <a:t>Ventajas y Desventajas</a:t>
            </a:r>
          </a:p>
        </p:txBody>
      </p:sp>
      <p:graphicFrame>
        <p:nvGraphicFramePr>
          <p:cNvPr id="6" name="Tabla 5">
            <a:extLst>
              <a:ext uri="{FF2B5EF4-FFF2-40B4-BE49-F238E27FC236}">
                <a16:creationId xmlns:a16="http://schemas.microsoft.com/office/drawing/2014/main" id="{F3126F92-31AC-B228-A565-24CE7E6CD902}"/>
              </a:ext>
            </a:extLst>
          </p:cNvPr>
          <p:cNvGraphicFramePr>
            <a:graphicFrameLocks noGrp="1"/>
          </p:cNvGraphicFramePr>
          <p:nvPr>
            <p:extLst>
              <p:ext uri="{D42A27DB-BD31-4B8C-83A1-F6EECF244321}">
                <p14:modId xmlns:p14="http://schemas.microsoft.com/office/powerpoint/2010/main" val="3098782042"/>
              </p:ext>
            </p:extLst>
          </p:nvPr>
        </p:nvGraphicFramePr>
        <p:xfrm>
          <a:off x="3253620" y="1690688"/>
          <a:ext cx="5418666" cy="4102931"/>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3571882018"/>
                    </a:ext>
                  </a:extLst>
                </a:gridCol>
                <a:gridCol w="2709333">
                  <a:extLst>
                    <a:ext uri="{9D8B030D-6E8A-4147-A177-3AD203B41FA5}">
                      <a16:colId xmlns:a16="http://schemas.microsoft.com/office/drawing/2014/main" val="3584578692"/>
                    </a:ext>
                  </a:extLst>
                </a:gridCol>
              </a:tblGrid>
              <a:tr h="553356">
                <a:tc>
                  <a:txBody>
                    <a:bodyPr/>
                    <a:lstStyle/>
                    <a:p>
                      <a:pPr algn="ctr"/>
                      <a:r>
                        <a:rPr lang="es-US" dirty="0"/>
                        <a:t>Ventajas</a:t>
                      </a:r>
                    </a:p>
                  </a:txBody>
                  <a:tcPr/>
                </a:tc>
                <a:tc>
                  <a:txBody>
                    <a:bodyPr/>
                    <a:lstStyle/>
                    <a:p>
                      <a:pPr algn="ctr"/>
                      <a:r>
                        <a:rPr lang="es-US" dirty="0"/>
                        <a:t>Desventajas</a:t>
                      </a:r>
                    </a:p>
                  </a:txBody>
                  <a:tcPr/>
                </a:tc>
                <a:extLst>
                  <a:ext uri="{0D108BD9-81ED-4DB2-BD59-A6C34878D82A}">
                    <a16:rowId xmlns:a16="http://schemas.microsoft.com/office/drawing/2014/main" val="4262261141"/>
                  </a:ext>
                </a:extLst>
              </a:tr>
              <a:tr h="2996219">
                <a:tc>
                  <a:txBody>
                    <a:bodyPr/>
                    <a:lstStyle/>
                    <a:p>
                      <a:pPr marL="285750" indent="-285750">
                        <a:buFont typeface="Arial" panose="020B0604020202020204" pitchFamily="34" charset="0"/>
                        <a:buChar char="•"/>
                      </a:pPr>
                      <a:r>
                        <a:rPr lang="es-US" dirty="0"/>
                        <a:t>Acelera el desarrollo.
Diseño consistente.
Fácil de aprender.
Documentación muy completa.
Comunidad amplia.</a:t>
                      </a:r>
                    </a:p>
                  </a:txBody>
                  <a:tcPr/>
                </a:tc>
                <a:tc>
                  <a:txBody>
                    <a:bodyPr/>
                    <a:lstStyle/>
                    <a:p>
                      <a:pPr marL="285750" indent="-285750">
                        <a:buFont typeface="Arial" panose="020B0604020202020204" pitchFamily="34" charset="0"/>
                        <a:buChar char="•"/>
                      </a:pPr>
                      <a:r>
                        <a:rPr lang="es-US" dirty="0"/>
                        <a:t>Muchas páginas pueden verse similares.
El archivo CSS puede ser pesado si no se optimiza.
Limita un poco la personalización avanzada si no se sobrescribe bien.</a:t>
                      </a:r>
                    </a:p>
                  </a:txBody>
                  <a:tcPr/>
                </a:tc>
                <a:extLst>
                  <a:ext uri="{0D108BD9-81ED-4DB2-BD59-A6C34878D82A}">
                    <a16:rowId xmlns:a16="http://schemas.microsoft.com/office/drawing/2014/main" val="1341275936"/>
                  </a:ext>
                </a:extLst>
              </a:tr>
              <a:tr h="553356">
                <a:tc>
                  <a:txBody>
                    <a:bodyPr/>
                    <a:lstStyle/>
                    <a:p>
                      <a:endParaRPr lang="es-US"/>
                    </a:p>
                  </a:txBody>
                  <a:tcPr/>
                </a:tc>
                <a:tc>
                  <a:txBody>
                    <a:bodyPr/>
                    <a:lstStyle/>
                    <a:p>
                      <a:endParaRPr lang="es-US" dirty="0"/>
                    </a:p>
                  </a:txBody>
                  <a:tcPr/>
                </a:tc>
                <a:extLst>
                  <a:ext uri="{0D108BD9-81ED-4DB2-BD59-A6C34878D82A}">
                    <a16:rowId xmlns:a16="http://schemas.microsoft.com/office/drawing/2014/main" val="4108521119"/>
                  </a:ext>
                </a:extLst>
              </a:tr>
            </a:tbl>
          </a:graphicData>
        </a:graphic>
      </p:graphicFrame>
    </p:spTree>
    <p:extLst>
      <p:ext uri="{BB962C8B-B14F-4D97-AF65-F5344CB8AC3E}">
        <p14:creationId xmlns:p14="http://schemas.microsoft.com/office/powerpoint/2010/main" val="30347013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17371A8-E21B-76A3-7E47-C7DE3E42A477}"/>
              </a:ext>
            </a:extLst>
          </p:cNvPr>
          <p:cNvSpPr>
            <a:spLocks noGrp="1"/>
          </p:cNvSpPr>
          <p:nvPr>
            <p:ph type="title"/>
          </p:nvPr>
        </p:nvSpPr>
        <p:spPr/>
        <p:txBody>
          <a:bodyPr/>
          <a:lstStyle/>
          <a:p>
            <a:pPr algn="ctr"/>
            <a:r>
              <a:rPr lang="es-US" dirty="0">
                <a:latin typeface="Algerian" panose="04020705040A02060702" pitchFamily="82" charset="0"/>
              </a:rPr>
              <a:t>Alternativas a Bootstrap</a:t>
            </a:r>
          </a:p>
        </p:txBody>
      </p:sp>
      <p:sp>
        <p:nvSpPr>
          <p:cNvPr id="3" name="Marcador de contenido 2">
            <a:extLst>
              <a:ext uri="{FF2B5EF4-FFF2-40B4-BE49-F238E27FC236}">
                <a16:creationId xmlns:a16="http://schemas.microsoft.com/office/drawing/2014/main" id="{26D972E4-3723-FB62-511E-7BA5200A971D}"/>
              </a:ext>
            </a:extLst>
          </p:cNvPr>
          <p:cNvSpPr>
            <a:spLocks noGrp="1"/>
          </p:cNvSpPr>
          <p:nvPr>
            <p:ph idx="1"/>
          </p:nvPr>
        </p:nvSpPr>
        <p:spPr/>
        <p:txBody>
          <a:bodyPr/>
          <a:lstStyle/>
          <a:p>
            <a:pPr marL="0" indent="0">
              <a:buNone/>
            </a:pPr>
            <a:r>
              <a:rPr lang="es-US" dirty="0"/>
              <a:t>Aunque Bootstrap es muy popular, existen otros </a:t>
            </a:r>
            <a:r>
              <a:rPr lang="es-US" dirty="0" err="1"/>
              <a:t>frameworks</a:t>
            </a:r>
            <a:r>
              <a:rPr lang="es-US" dirty="0"/>
              <a:t> que cumplen funciones similares:</a:t>
            </a:r>
          </a:p>
          <a:p>
            <a:pPr marL="0" indent="0">
              <a:buNone/>
            </a:pPr>
            <a:endParaRPr lang="es-US" dirty="0"/>
          </a:p>
          <a:p>
            <a:r>
              <a:rPr lang="es-US" dirty="0" err="1">
                <a:latin typeface="Arial Black" panose="020B0A04020102020204" pitchFamily="34" charset="0"/>
              </a:rPr>
              <a:t>Tailwind</a:t>
            </a:r>
            <a:r>
              <a:rPr lang="es-US" dirty="0">
                <a:latin typeface="Arial Black" panose="020B0A04020102020204" pitchFamily="34" charset="0"/>
              </a:rPr>
              <a:t> CSS</a:t>
            </a:r>
          </a:p>
          <a:p>
            <a:pPr marL="0" indent="0">
              <a:buNone/>
            </a:pPr>
            <a:r>
              <a:rPr lang="es-US" dirty="0" err="1"/>
              <a:t>Tailwind</a:t>
            </a:r>
            <a:r>
              <a:rPr lang="es-US" dirty="0"/>
              <a:t> es un </a:t>
            </a:r>
            <a:r>
              <a:rPr lang="es-US" dirty="0" err="1"/>
              <a:t>framework</a:t>
            </a:r>
            <a:r>
              <a:rPr lang="es-US" dirty="0"/>
              <a:t> basado completamente en clases utilitarias. A diferencia de Bootstrap, no ofrece componentes prediseñados, sino que permite construir el diseño desde cero con mayor control.
Es más flexible, pero requiere mayor conocimiento de diseño.</a:t>
            </a:r>
          </a:p>
          <a:p>
            <a:endParaRPr lang="es-US" dirty="0"/>
          </a:p>
        </p:txBody>
      </p:sp>
    </p:spTree>
    <p:extLst>
      <p:ext uri="{BB962C8B-B14F-4D97-AF65-F5344CB8AC3E}">
        <p14:creationId xmlns:p14="http://schemas.microsoft.com/office/powerpoint/2010/main" val="23983509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8DF1032-788D-1F79-17DE-15BC72FB43E5}"/>
              </a:ext>
            </a:extLst>
          </p:cNvPr>
          <p:cNvSpPr>
            <a:spLocks noGrp="1"/>
          </p:cNvSpPr>
          <p:nvPr>
            <p:ph type="title"/>
          </p:nvPr>
        </p:nvSpPr>
        <p:spPr/>
        <p:txBody>
          <a:bodyPr/>
          <a:lstStyle/>
          <a:p>
            <a:pPr algn="ctr"/>
            <a:r>
              <a:rPr lang="es-US" dirty="0">
                <a:latin typeface="Algerian" panose="04020705040A02060702" pitchFamily="82" charset="0"/>
              </a:rPr>
              <a:t>Alternativas a Bootstrap</a:t>
            </a:r>
          </a:p>
        </p:txBody>
      </p:sp>
      <p:sp>
        <p:nvSpPr>
          <p:cNvPr id="3" name="Marcador de contenido 2">
            <a:extLst>
              <a:ext uri="{FF2B5EF4-FFF2-40B4-BE49-F238E27FC236}">
                <a16:creationId xmlns:a16="http://schemas.microsoft.com/office/drawing/2014/main" id="{344E3BF1-D501-B353-97DA-981CC5ADCD20}"/>
              </a:ext>
            </a:extLst>
          </p:cNvPr>
          <p:cNvSpPr>
            <a:spLocks noGrp="1"/>
          </p:cNvSpPr>
          <p:nvPr>
            <p:ph idx="1"/>
          </p:nvPr>
        </p:nvSpPr>
        <p:spPr>
          <a:xfrm>
            <a:off x="838200" y="1282095"/>
            <a:ext cx="10515600" cy="5914572"/>
          </a:xfrm>
        </p:spPr>
        <p:txBody>
          <a:bodyPr/>
          <a:lstStyle/>
          <a:p>
            <a:r>
              <a:rPr lang="es-US" dirty="0" err="1">
                <a:latin typeface="Arial Black" panose="020B0A04020102020204" pitchFamily="34" charset="0"/>
              </a:rPr>
              <a:t>Foundation</a:t>
            </a:r>
            <a:endParaRPr lang="es-US" dirty="0">
              <a:latin typeface="Arial Black" panose="020B0A04020102020204" pitchFamily="34" charset="0"/>
            </a:endParaRPr>
          </a:p>
          <a:p>
            <a:pPr marL="0" indent="0">
              <a:buNone/>
            </a:pPr>
            <a:r>
              <a:rPr lang="es-US" dirty="0" err="1"/>
              <a:t>Foundation</a:t>
            </a:r>
            <a:r>
              <a:rPr lang="es-US" dirty="0"/>
              <a:t> es más avanzado y ofrece mayor personalización. Es utilizado en proyectos empresariales grandes, pero tiene una curva de aprendizaje mayor que Bootstrap.</a:t>
            </a:r>
          </a:p>
          <a:p>
            <a:r>
              <a:rPr lang="es-US" dirty="0" err="1">
                <a:latin typeface="Arial Black" panose="020B0A04020102020204" pitchFamily="34" charset="0"/>
              </a:rPr>
              <a:t>Bulma</a:t>
            </a:r>
            <a:endParaRPr lang="es-US" dirty="0">
              <a:latin typeface="Arial Black" panose="020B0A04020102020204" pitchFamily="34" charset="0"/>
            </a:endParaRPr>
          </a:p>
          <a:p>
            <a:pPr marL="0" indent="0">
              <a:buNone/>
            </a:pPr>
            <a:r>
              <a:rPr lang="es-US" dirty="0" err="1"/>
              <a:t>Bulma</a:t>
            </a:r>
            <a:r>
              <a:rPr lang="es-US" dirty="0"/>
              <a:t> es un </a:t>
            </a:r>
            <a:r>
              <a:rPr lang="es-US" dirty="0" err="1"/>
              <a:t>framework</a:t>
            </a:r>
            <a:r>
              <a:rPr lang="es-US" dirty="0"/>
              <a:t> basado en </a:t>
            </a:r>
            <a:r>
              <a:rPr lang="es-US" dirty="0" err="1"/>
              <a:t>Flexbox</a:t>
            </a:r>
            <a:r>
              <a:rPr lang="es-US" dirty="0"/>
              <a:t>. Es más ligero que Bootstrap y no incluye JavaScript integrado. Es ideal para quienes solo quieren estilos CSS modernos.</a:t>
            </a:r>
          </a:p>
          <a:p>
            <a:r>
              <a:rPr lang="es-US" dirty="0" err="1">
                <a:latin typeface="Arial Black" panose="020B0A04020102020204" pitchFamily="34" charset="0"/>
              </a:rPr>
              <a:t>Materialize</a:t>
            </a:r>
            <a:endParaRPr lang="es-US" dirty="0">
              <a:latin typeface="Arial Black" panose="020B0A04020102020204" pitchFamily="34" charset="0"/>
            </a:endParaRPr>
          </a:p>
          <a:p>
            <a:pPr marL="0" indent="0">
              <a:buNone/>
            </a:pPr>
            <a:r>
              <a:rPr lang="es-US" dirty="0" err="1"/>
              <a:t>Materialize</a:t>
            </a:r>
            <a:r>
              <a:rPr lang="es-US" dirty="0"/>
              <a:t> está basado en el diseño de Google (Material </a:t>
            </a:r>
            <a:r>
              <a:rPr lang="es-US" dirty="0" err="1"/>
              <a:t>Design</a:t>
            </a:r>
            <a:r>
              <a:rPr lang="es-US" dirty="0"/>
              <a:t>). Es ideal si se quiere una interfaz moderna siguiendo ese estilo visual.</a:t>
            </a:r>
          </a:p>
        </p:txBody>
      </p:sp>
    </p:spTree>
    <p:extLst>
      <p:ext uri="{BB962C8B-B14F-4D97-AF65-F5344CB8AC3E}">
        <p14:creationId xmlns:p14="http://schemas.microsoft.com/office/powerpoint/2010/main" val="5055103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D43B8C0-8107-F348-35E3-4D6E5E1739F1}"/>
              </a:ext>
            </a:extLst>
          </p:cNvPr>
          <p:cNvSpPr>
            <a:spLocks noGrp="1"/>
          </p:cNvSpPr>
          <p:nvPr>
            <p:ph type="title"/>
          </p:nvPr>
        </p:nvSpPr>
        <p:spPr/>
        <p:txBody>
          <a:bodyPr/>
          <a:lstStyle/>
          <a:p>
            <a:pPr algn="ctr"/>
            <a:r>
              <a:rPr lang="es-US" dirty="0">
                <a:latin typeface="Algerian" panose="04020705040A02060702" pitchFamily="82" charset="0"/>
              </a:rPr>
              <a:t>Comparación breve</a:t>
            </a:r>
          </a:p>
        </p:txBody>
      </p:sp>
      <p:sp>
        <p:nvSpPr>
          <p:cNvPr id="3" name="Marcador de contenido 2">
            <a:extLst>
              <a:ext uri="{FF2B5EF4-FFF2-40B4-BE49-F238E27FC236}">
                <a16:creationId xmlns:a16="http://schemas.microsoft.com/office/drawing/2014/main" id="{2270048E-57AB-47AB-0ABA-2974DCD62922}"/>
              </a:ext>
            </a:extLst>
          </p:cNvPr>
          <p:cNvSpPr>
            <a:spLocks noGrp="1"/>
          </p:cNvSpPr>
          <p:nvPr>
            <p:ph idx="1"/>
          </p:nvPr>
        </p:nvSpPr>
        <p:spPr/>
        <p:txBody>
          <a:bodyPr/>
          <a:lstStyle/>
          <a:p>
            <a:r>
              <a:rPr lang="es-US" dirty="0"/>
              <a:t>Bootstrap → Fácil, rápido, popular.
</a:t>
            </a:r>
            <a:r>
              <a:rPr lang="es-US" dirty="0" err="1"/>
              <a:t>Tailwind</a:t>
            </a:r>
            <a:r>
              <a:rPr lang="es-US" dirty="0"/>
              <a:t> → Más personalización.
</a:t>
            </a:r>
            <a:r>
              <a:rPr lang="es-US" dirty="0" err="1"/>
              <a:t>Foundation</a:t>
            </a:r>
            <a:r>
              <a:rPr lang="es-US" dirty="0"/>
              <a:t> → Más profesional/empresarial.
</a:t>
            </a:r>
            <a:r>
              <a:rPr lang="es-US" dirty="0" err="1"/>
              <a:t>Bulma</a:t>
            </a:r>
            <a:r>
              <a:rPr lang="es-US" dirty="0"/>
              <a:t> → Más ligero.
</a:t>
            </a:r>
            <a:r>
              <a:rPr lang="es-US" dirty="0" err="1"/>
              <a:t>Materialize</a:t>
            </a:r>
            <a:r>
              <a:rPr lang="es-US" dirty="0"/>
              <a:t> → Diseño estilo Google.</a:t>
            </a:r>
          </a:p>
        </p:txBody>
      </p:sp>
    </p:spTree>
    <p:extLst>
      <p:ext uri="{BB962C8B-B14F-4D97-AF65-F5344CB8AC3E}">
        <p14:creationId xmlns:p14="http://schemas.microsoft.com/office/powerpoint/2010/main" val="3926167819"/>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TotalTime>
  <Words>718</Words>
  <Application>Microsoft Office PowerPoint</Application>
  <PresentationFormat>Panorámica</PresentationFormat>
  <Paragraphs>36</Paragraphs>
  <Slides>11</Slides>
  <Notes>0</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11</vt:i4>
      </vt:variant>
    </vt:vector>
  </HeadingPairs>
  <TitlesOfParts>
    <vt:vector size="18" baseType="lpstr">
      <vt:lpstr>Algerian</vt:lpstr>
      <vt:lpstr>Aptos</vt:lpstr>
      <vt:lpstr>Aptos Display</vt:lpstr>
      <vt:lpstr>Arial</vt:lpstr>
      <vt:lpstr>Arial Black</vt:lpstr>
      <vt:lpstr>Caramel</vt:lpstr>
      <vt:lpstr>Tema de Office</vt:lpstr>
      <vt:lpstr>BOOTSTRAP</vt:lpstr>
      <vt:lpstr>¿Qué es Bootstrap?</vt:lpstr>
      <vt:lpstr>¿Por qué se considera un framework?</vt:lpstr>
      <vt:lpstr>Características principales de Bootstrap</vt:lpstr>
      <vt:lpstr>Características principales de Bootstrap</vt:lpstr>
      <vt:lpstr>Características principales de Bootstrap</vt:lpstr>
      <vt:lpstr>Características principales de Bootstrap</vt:lpstr>
      <vt:lpstr>Ventajas y Desventajas</vt:lpstr>
      <vt:lpstr>Alternativas a Bootstrap</vt:lpstr>
      <vt:lpstr>Alternativas a Bootstrap</vt:lpstr>
      <vt:lpstr>Comparación breve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MIGUEL ANGEL CORONADO CARRION</dc:creator>
  <cp:lastModifiedBy>sarahi coronado</cp:lastModifiedBy>
  <cp:revision>2</cp:revision>
  <dcterms:created xsi:type="dcterms:W3CDTF">2026-02-13T17:46:34Z</dcterms:created>
  <dcterms:modified xsi:type="dcterms:W3CDTF">2026-02-13T22:40:02Z</dcterms:modified>
</cp:coreProperties>
</file>